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558" r:id="rId3"/>
    <p:sldId id="555" r:id="rId4"/>
    <p:sldId id="561" r:id="rId5"/>
    <p:sldId id="562" r:id="rId6"/>
    <p:sldId id="564" r:id="rId7"/>
    <p:sldId id="560" r:id="rId8"/>
    <p:sldId id="566" r:id="rId9"/>
    <p:sldId id="563" r:id="rId10"/>
    <p:sldId id="559" r:id="rId11"/>
    <p:sldId id="277" r:id="rId12"/>
    <p:sldId id="286" r:id="rId13"/>
  </p:sldIdLst>
  <p:sldSz cx="24384000" cy="13716000"/>
  <p:notesSz cx="6858000" cy="9144000"/>
  <p:custDataLst>
    <p:tags r:id="rId1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나눔스퀘어 네오 OTF Bold"/>
        <a:ea typeface="나눔스퀘어 네오 OTF Bold"/>
        <a:cs typeface="나눔스퀘어 네오 OTF Bold"/>
        <a:sym typeface="나눔스퀘어 네오 OTF Bold"/>
      </a:defRPr>
    </a:lvl9pPr>
  </p:defaultTextStyle>
  <p:extLst>
    <p:ext uri="{EFAFB233-063F-42B5-8137-9DF3F51BA10A}">
      <p15:sldGuideLst xmlns:p15="http://schemas.microsoft.com/office/powerpoint/2012/main">
        <p15:guide id="1" orient="horz" pos="4319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45" d="100"/>
          <a:sy n="45" d="100"/>
        </p:scale>
        <p:origin x="370" y="24"/>
      </p:cViewPr>
      <p:guideLst>
        <p:guide orient="horz" pos="4319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F9E4FD-F3A2-42DF-A5F6-B057A2B78C2B}" type="doc">
      <dgm:prSet loTypeId="urn:microsoft.com/office/officeart/2005/8/layout/StepDownProcess#1" loCatId="process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0E66CD7F-07DB-42E5-830A-A80CC6F5B90E}">
      <dgm:prSet phldrT="[文本]" custT="1"/>
      <dgm:spPr/>
      <dgm:t>
        <a:bodyPr/>
        <a:lstStyle/>
        <a:p>
          <a:r>
            <a:rPr lang="zh-CN" altLang="en-US" sz="2000" b="1" dirty="0">
              <a:latin typeface="+mn-ea"/>
              <a:ea typeface="+mn-ea"/>
            </a:rPr>
            <a:t>定义整车功能</a:t>
          </a:r>
        </a:p>
      </dgm:t>
    </dgm:pt>
    <dgm:pt modelId="{6E8176B0-4CB5-4AC3-A81D-457227E707C0}" type="parTrans" cxnId="{74B06B57-01E8-4522-81D9-ABACAA633760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A48FF1C5-CE23-4C5D-AF8E-CD1348320A84}" type="sibTrans" cxnId="{74B06B57-01E8-4522-81D9-ABACAA633760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87B74A90-0385-4C81-9F0C-2A87C8B5A784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确定开发范围</a:t>
          </a:r>
        </a:p>
      </dgm:t>
    </dgm:pt>
    <dgm:pt modelId="{59D343A4-8FD0-4207-A01C-8D81815DCA70}" type="parTrans" cxnId="{CEAD1ACB-7CD7-43C6-8B0D-AA08D65D1D75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9CD8578C-419F-4A5D-AEEC-35B35FEE85DD}" type="sibTrans" cxnId="{CEAD1ACB-7CD7-43C6-8B0D-AA08D65D1D75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ABDA821D-724C-40C8-8B21-BE1C2F6866E3}">
      <dgm:prSet phldrT="[文本]" custT="1"/>
      <dgm:spPr/>
      <dgm:t>
        <a:bodyPr/>
        <a:lstStyle/>
        <a:p>
          <a:r>
            <a:rPr lang="zh-CN" altLang="en-US" sz="2000" b="1" dirty="0">
              <a:latin typeface="+mn-ea"/>
              <a:ea typeface="+mn-ea"/>
            </a:rPr>
            <a:t>搭建管理体系</a:t>
          </a:r>
        </a:p>
      </dgm:t>
    </dgm:pt>
    <dgm:pt modelId="{FE6A0A65-1658-46A2-827C-10CECE0D6A30}" type="parTrans" cxnId="{E438713F-7235-40D2-A309-973393C8D6A0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0F43D421-5CF2-4EB4-85FC-CFF7F212EF72}" type="sibTrans" cxnId="{E438713F-7235-40D2-A309-973393C8D6A0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D346749A-42BB-46E3-BE96-5C3FCA34B6B1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公司层面、项目层面</a:t>
          </a:r>
        </a:p>
      </dgm:t>
    </dgm:pt>
    <dgm:pt modelId="{BCBB6601-5761-4307-B98D-286CBF7FA08C}" type="parTrans" cxnId="{8C17D45A-5130-475C-9839-0706E1FA8BFF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7245992C-9FEE-47D6-942F-F0542DD4CB63}" type="sibTrans" cxnId="{8C17D45A-5130-475C-9839-0706E1FA8BFF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31124FEE-E25A-4653-8855-CA7A6F678BAA}">
      <dgm:prSet phldrT="[文本]" custT="1"/>
      <dgm:spPr/>
      <dgm:t>
        <a:bodyPr/>
        <a:lstStyle/>
        <a:p>
          <a:r>
            <a:rPr lang="en-US" altLang="zh-CN" sz="2000" b="1" dirty="0">
              <a:latin typeface="+mn-ea"/>
              <a:ea typeface="+mn-ea"/>
            </a:rPr>
            <a:t>HARA</a:t>
          </a:r>
          <a:r>
            <a:rPr lang="zh-CN" altLang="en-US" sz="2000" b="1" dirty="0">
              <a:latin typeface="+mn-ea"/>
              <a:ea typeface="+mn-ea"/>
            </a:rPr>
            <a:t>分析</a:t>
          </a:r>
        </a:p>
      </dgm:t>
    </dgm:pt>
    <dgm:pt modelId="{8375FA27-00FC-462C-96E8-FB33996F26EB}" type="parTrans" cxnId="{7487012B-30FF-44F0-8777-E4BEB9622776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53B570A6-0A87-4408-A06B-5B9511FA8A50}" type="sibTrans" cxnId="{7487012B-30FF-44F0-8777-E4BEB9622776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C2458117-762A-48E9-AC66-551059651694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确定</a:t>
          </a:r>
          <a:r>
            <a:rPr lang="en-US" altLang="zh-CN" sz="1400" b="1" dirty="0">
              <a:latin typeface="+mn-ea"/>
              <a:ea typeface="+mn-ea"/>
            </a:rPr>
            <a:t>ASIL</a:t>
          </a:r>
          <a:r>
            <a:rPr lang="zh-CN" altLang="en-US" sz="1400" b="1" dirty="0">
              <a:latin typeface="+mn-ea"/>
              <a:ea typeface="+mn-ea"/>
            </a:rPr>
            <a:t>等级</a:t>
          </a:r>
        </a:p>
      </dgm:t>
    </dgm:pt>
    <dgm:pt modelId="{67AB9A92-8031-4326-8A48-1FCBC5B3D7ED}" type="parTrans" cxnId="{CAF373D7-B691-4E92-9FCC-BA56D7702284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0020C581-B472-4048-AD32-40CFB3862578}" type="sibTrans" cxnId="{CAF373D7-B691-4E92-9FCC-BA56D7702284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7EAEEB02-0075-41AA-8917-52A406CB99EC}">
      <dgm:prSet phldrT="[文本]" custT="1"/>
      <dgm:spPr/>
      <dgm:t>
        <a:bodyPr/>
        <a:lstStyle/>
        <a:p>
          <a:r>
            <a:rPr lang="zh-CN" altLang="en-US" sz="2000" b="1" dirty="0">
              <a:latin typeface="+mn-ea"/>
              <a:ea typeface="+mn-ea"/>
            </a:rPr>
            <a:t>开发安全概念</a:t>
          </a:r>
        </a:p>
      </dgm:t>
    </dgm:pt>
    <dgm:pt modelId="{5797A914-232F-4A04-9303-7EDEA60E1A40}" type="parTrans" cxnId="{8770D013-06DF-4AF1-B281-DC0A94CE8D16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B32BBE85-09C0-42E7-9EB9-F759A0BD0D34}" type="sibTrans" cxnId="{8770D013-06DF-4AF1-B281-DC0A94CE8D16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6D764D0D-1070-4F7B-AB51-8B258B266986}">
      <dgm:prSet phldrT="[文本]" custT="1"/>
      <dgm:spPr/>
      <dgm:t>
        <a:bodyPr/>
        <a:lstStyle/>
        <a:p>
          <a:r>
            <a:rPr lang="zh-CN" altLang="en-US" sz="2000" b="1" dirty="0">
              <a:latin typeface="+mn-ea"/>
              <a:ea typeface="+mn-ea"/>
            </a:rPr>
            <a:t>安全确认</a:t>
          </a:r>
        </a:p>
      </dgm:t>
    </dgm:pt>
    <dgm:pt modelId="{DC629DFE-27AA-49DB-9B7F-35F38A6A6983}" type="parTrans" cxnId="{51D30D5D-6CE8-4A99-844B-5F5DCF73C9BA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7CF3EE0B-932D-4D73-9FA3-F0DE543BCE43}" type="sibTrans" cxnId="{51D30D5D-6CE8-4A99-844B-5F5DCF73C9BA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89AAC52B-489C-4D6E-8244-BBA068239C0F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输出安全目标</a:t>
          </a:r>
        </a:p>
      </dgm:t>
    </dgm:pt>
    <dgm:pt modelId="{1DAE71D9-DD14-4C25-A54F-D0C71569BD6B}" type="parTrans" cxnId="{421905BB-9D8D-478C-A828-ECA4AD35AC69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651E3923-BC03-4818-A722-04437A072B29}" type="sibTrans" cxnId="{421905BB-9D8D-478C-A828-ECA4AD35AC69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95FFD4B3-119C-42B5-AB9F-C2C4D49FFBC6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系统、软件、硬件开发</a:t>
          </a:r>
        </a:p>
      </dgm:t>
    </dgm:pt>
    <dgm:pt modelId="{C8C04B75-8CDA-4CDC-992C-1D73F676D9C5}" type="parTrans" cxnId="{C889D0D9-7233-4313-A5E4-208FADBA3690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9791FF08-3DA7-4BA5-BA79-342E7CEED064}" type="sibTrans" cxnId="{C889D0D9-7233-4313-A5E4-208FADBA3690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2D7D5578-F432-43C8-A791-E726DC3E058C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安全措施、验证</a:t>
          </a:r>
        </a:p>
      </dgm:t>
    </dgm:pt>
    <dgm:pt modelId="{BB0DAA64-A616-44BD-A8F8-5C2F2FBDE7BD}" type="parTrans" cxnId="{A006B48F-B511-4CEE-A071-D797FC6F4DC7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A0A3214F-5B48-4C87-B121-5F16E4A346C2}" type="sibTrans" cxnId="{A006B48F-B511-4CEE-A071-D797FC6F4DC7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28D66410-C4D5-456D-B65B-B6B58E6A8F42}">
      <dgm:prSet phldrT="[文本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r>
            <a:rPr lang="zh-CN" altLang="en-US" sz="1400" b="1" kern="1200" dirty="0">
              <a:latin typeface="+mn-ea"/>
              <a:ea typeface="+mn-ea"/>
            </a:rPr>
            <a:t>审核、</a:t>
          </a:r>
          <a:r>
            <a:rPr lang="zh-CN" alt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ea"/>
              <a:ea typeface="+mn-ea"/>
              <a:cs typeface="+mn-cs"/>
            </a:rPr>
            <a:t>评估</a:t>
          </a:r>
        </a:p>
      </dgm:t>
    </dgm:pt>
    <dgm:pt modelId="{CC4B0CBF-D57A-4E98-92CE-95838DA60C1A}" type="parTrans" cxnId="{40225C9A-0E89-4977-A3D8-1F251C257B9B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14DC49A9-52AF-4719-80A9-0F8F683FB3B6}" type="sibTrans" cxnId="{40225C9A-0E89-4977-A3D8-1F251C257B9B}">
      <dgm:prSet/>
      <dgm:spPr/>
      <dgm:t>
        <a:bodyPr/>
        <a:lstStyle/>
        <a:p>
          <a:endParaRPr lang="zh-CN" altLang="en-US" b="1">
            <a:latin typeface="+mn-ea"/>
            <a:ea typeface="+mn-ea"/>
          </a:endParaRPr>
        </a:p>
      </dgm:t>
    </dgm:pt>
    <dgm:pt modelId="{FDC96E0A-C9F3-4605-91A9-CC31096E0D0E}">
      <dgm:prSet phldrT="[文本]" custT="1"/>
      <dgm:spPr/>
      <dgm:t>
        <a:bodyPr/>
        <a:lstStyle/>
        <a:p>
          <a:r>
            <a:rPr lang="zh-CN" altLang="en-US" sz="1400" b="1" dirty="0">
              <a:latin typeface="+mn-ea"/>
              <a:ea typeface="+mn-ea"/>
            </a:rPr>
            <a:t>协调、监控</a:t>
          </a:r>
        </a:p>
      </dgm:t>
    </dgm:pt>
    <dgm:pt modelId="{81BB6A4C-10E4-4E6A-82A7-466BFA2AFC83}" type="parTrans" cxnId="{1E9BB3DA-3495-4179-8813-C70A25B173C9}">
      <dgm:prSet/>
      <dgm:spPr/>
      <dgm:t>
        <a:bodyPr/>
        <a:lstStyle/>
        <a:p>
          <a:endParaRPr lang="zh-CN" altLang="en-US" b="1"/>
        </a:p>
      </dgm:t>
    </dgm:pt>
    <dgm:pt modelId="{3685BF9B-DF48-4F46-B338-08E813364B66}" type="sibTrans" cxnId="{1E9BB3DA-3495-4179-8813-C70A25B173C9}">
      <dgm:prSet/>
      <dgm:spPr/>
      <dgm:t>
        <a:bodyPr/>
        <a:lstStyle/>
        <a:p>
          <a:endParaRPr lang="zh-CN" altLang="en-US" b="1"/>
        </a:p>
      </dgm:t>
    </dgm:pt>
    <dgm:pt modelId="{74462182-22A2-492E-BA16-716EFE759294}" type="pres">
      <dgm:prSet presAssocID="{23F9E4FD-F3A2-42DF-A5F6-B057A2B78C2B}" presName="rootnode" presStyleCnt="0">
        <dgm:presLayoutVars>
          <dgm:chMax/>
          <dgm:chPref/>
          <dgm:dir/>
          <dgm:animLvl val="lvl"/>
        </dgm:presLayoutVars>
      </dgm:prSet>
      <dgm:spPr/>
    </dgm:pt>
    <dgm:pt modelId="{0A9B50F5-B63C-47AD-AFE8-448BF99A980C}" type="pres">
      <dgm:prSet presAssocID="{0E66CD7F-07DB-42E5-830A-A80CC6F5B90E}" presName="composite" presStyleCnt="0"/>
      <dgm:spPr/>
    </dgm:pt>
    <dgm:pt modelId="{92CC305F-AB26-47FF-87CA-61B56E645671}" type="pres">
      <dgm:prSet presAssocID="{0E66CD7F-07DB-42E5-830A-A80CC6F5B90E}" presName="bentUpArrow1" presStyleLbl="alignImgPlace1" presStyleIdx="0" presStyleCnt="4"/>
      <dgm:spPr/>
    </dgm:pt>
    <dgm:pt modelId="{9E1DA01F-197C-4315-9F03-5AA5AA59EDDF}" type="pres">
      <dgm:prSet presAssocID="{0E66CD7F-07DB-42E5-830A-A80CC6F5B90E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</dgm:pt>
    <dgm:pt modelId="{94DE8F22-7B27-4170-9021-FA178617C96B}" type="pres">
      <dgm:prSet presAssocID="{0E66CD7F-07DB-42E5-830A-A80CC6F5B90E}" presName="ChildText" presStyleLbl="revTx" presStyleIdx="0" presStyleCnt="5" custScaleX="224171" custLinFactNeighborX="77117">
        <dgm:presLayoutVars>
          <dgm:chMax val="0"/>
          <dgm:chPref val="0"/>
          <dgm:bulletEnabled val="1"/>
        </dgm:presLayoutVars>
      </dgm:prSet>
      <dgm:spPr/>
    </dgm:pt>
    <dgm:pt modelId="{47000321-0C9F-488B-BDEE-BF73746FE604}" type="pres">
      <dgm:prSet presAssocID="{A48FF1C5-CE23-4C5D-AF8E-CD1348320A84}" presName="sibTrans" presStyleCnt="0"/>
      <dgm:spPr/>
    </dgm:pt>
    <dgm:pt modelId="{F3B1494A-9A03-4C23-AFD2-D852C3782F3E}" type="pres">
      <dgm:prSet presAssocID="{ABDA821D-724C-40C8-8B21-BE1C2F6866E3}" presName="composite" presStyleCnt="0"/>
      <dgm:spPr/>
    </dgm:pt>
    <dgm:pt modelId="{26FA26B7-E152-4857-A005-270C08B06755}" type="pres">
      <dgm:prSet presAssocID="{ABDA821D-724C-40C8-8B21-BE1C2F6866E3}" presName="bentUpArrow1" presStyleLbl="alignImgPlace1" presStyleIdx="1" presStyleCnt="4"/>
      <dgm:spPr/>
    </dgm:pt>
    <dgm:pt modelId="{B305333C-C5EE-4CBA-B516-C72CBCE7B9C7}" type="pres">
      <dgm:prSet presAssocID="{ABDA821D-724C-40C8-8B21-BE1C2F6866E3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</dgm:pt>
    <dgm:pt modelId="{CE0E748D-7CD0-4A5D-B01B-D7047CF0A982}" type="pres">
      <dgm:prSet presAssocID="{ABDA821D-724C-40C8-8B21-BE1C2F6866E3}" presName="ChildText" presStyleLbl="revTx" presStyleIdx="1" presStyleCnt="5" custScaleX="316944" custLinFactX="25160" custLinFactNeighborX="100000" custLinFactNeighborY="-2798">
        <dgm:presLayoutVars>
          <dgm:chMax val="0"/>
          <dgm:chPref val="0"/>
          <dgm:bulletEnabled val="1"/>
        </dgm:presLayoutVars>
      </dgm:prSet>
      <dgm:spPr/>
    </dgm:pt>
    <dgm:pt modelId="{275DE687-4BEF-4E65-A28E-0D6FC73CC11A}" type="pres">
      <dgm:prSet presAssocID="{0F43D421-5CF2-4EB4-85FC-CFF7F212EF72}" presName="sibTrans" presStyleCnt="0"/>
      <dgm:spPr/>
    </dgm:pt>
    <dgm:pt modelId="{00CBDE35-1F95-42A5-801D-7A8B59912F48}" type="pres">
      <dgm:prSet presAssocID="{31124FEE-E25A-4653-8855-CA7A6F678BAA}" presName="composite" presStyleCnt="0"/>
      <dgm:spPr/>
    </dgm:pt>
    <dgm:pt modelId="{B94CBBCD-C1C4-44B0-8D15-223FA3A51A31}" type="pres">
      <dgm:prSet presAssocID="{31124FEE-E25A-4653-8855-CA7A6F678BAA}" presName="bentUpArrow1" presStyleLbl="alignImgPlace1" presStyleIdx="2" presStyleCnt="4"/>
      <dgm:spPr/>
    </dgm:pt>
    <dgm:pt modelId="{0AA47781-C472-41D3-8550-3F6B53CB0467}" type="pres">
      <dgm:prSet presAssocID="{31124FEE-E25A-4653-8855-CA7A6F678BAA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</dgm:pt>
    <dgm:pt modelId="{B93ECDC6-3073-44B0-A0EF-219F821D717A}" type="pres">
      <dgm:prSet presAssocID="{31124FEE-E25A-4653-8855-CA7A6F678BAA}" presName="ChildText" presStyleLbl="revTx" presStyleIdx="2" presStyleCnt="5" custScaleX="203290" custLinFactNeighborX="61694" custLinFactNeighborY="-515">
        <dgm:presLayoutVars>
          <dgm:chMax val="0"/>
          <dgm:chPref val="0"/>
          <dgm:bulletEnabled val="1"/>
        </dgm:presLayoutVars>
      </dgm:prSet>
      <dgm:spPr/>
    </dgm:pt>
    <dgm:pt modelId="{D93404EA-F7F8-4F0C-ABA1-3BBA867507D2}" type="pres">
      <dgm:prSet presAssocID="{53B570A6-0A87-4408-A06B-5B9511FA8A50}" presName="sibTrans" presStyleCnt="0"/>
      <dgm:spPr/>
    </dgm:pt>
    <dgm:pt modelId="{DDC682C7-4EA0-4C21-81CB-AD7FC3033147}" type="pres">
      <dgm:prSet presAssocID="{7EAEEB02-0075-41AA-8917-52A406CB99EC}" presName="composite" presStyleCnt="0"/>
      <dgm:spPr/>
    </dgm:pt>
    <dgm:pt modelId="{0AB958B4-F136-4289-8404-4383C91289A2}" type="pres">
      <dgm:prSet presAssocID="{7EAEEB02-0075-41AA-8917-52A406CB99EC}" presName="bentUpArrow1" presStyleLbl="alignImgPlace1" presStyleIdx="3" presStyleCnt="4"/>
      <dgm:spPr/>
    </dgm:pt>
    <dgm:pt modelId="{1F405CA7-E5BF-40F1-AEB5-5A8FDE112078}" type="pres">
      <dgm:prSet presAssocID="{7EAEEB02-0075-41AA-8917-52A406CB99EC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</dgm:pt>
    <dgm:pt modelId="{AF35F82A-9F35-4E0E-8557-E267C1D33FD8}" type="pres">
      <dgm:prSet presAssocID="{7EAEEB02-0075-41AA-8917-52A406CB99EC}" presName="ChildText" presStyleLbl="revTx" presStyleIdx="3" presStyleCnt="5" custScaleX="268229" custLinFactX="8209" custLinFactNeighborX="100000" custLinFactNeighborY="4249">
        <dgm:presLayoutVars>
          <dgm:chMax val="0"/>
          <dgm:chPref val="0"/>
          <dgm:bulletEnabled val="1"/>
        </dgm:presLayoutVars>
      </dgm:prSet>
      <dgm:spPr/>
    </dgm:pt>
    <dgm:pt modelId="{BF0C8247-3348-4C3F-8A3A-5D2A8900A26C}" type="pres">
      <dgm:prSet presAssocID="{B32BBE85-09C0-42E7-9EB9-F759A0BD0D34}" presName="sibTrans" presStyleCnt="0"/>
      <dgm:spPr/>
    </dgm:pt>
    <dgm:pt modelId="{C8D9895F-2E4E-4520-BD91-F1CE27C55327}" type="pres">
      <dgm:prSet presAssocID="{6D764D0D-1070-4F7B-AB51-8B258B266986}" presName="composite" presStyleCnt="0"/>
      <dgm:spPr/>
    </dgm:pt>
    <dgm:pt modelId="{68A05B51-809D-4BC5-B99A-467DD57A00D6}" type="pres">
      <dgm:prSet presAssocID="{6D764D0D-1070-4F7B-AB51-8B258B266986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</dgm:pt>
    <dgm:pt modelId="{E5A913A8-234E-4D48-A102-69689296E045}" type="pres">
      <dgm:prSet presAssocID="{6D764D0D-1070-4F7B-AB51-8B258B266986}" presName="FinalChildText" presStyleLbl="revTx" presStyleIdx="4" presStyleCnt="5" custScaleX="146963" custLinFactNeighborX="37004" custLinFactNeighborY="1399">
        <dgm:presLayoutVars>
          <dgm:chMax val="0"/>
          <dgm:chPref val="0"/>
          <dgm:bulletEnabled val="1"/>
        </dgm:presLayoutVars>
      </dgm:prSet>
      <dgm:spPr>
        <a:xfrm>
          <a:off x="6561658" y="4503861"/>
          <a:ext cx="1012258" cy="787400"/>
        </a:xfrm>
        <a:prstGeom prst="rect">
          <a:avLst/>
        </a:prstGeom>
      </dgm:spPr>
    </dgm:pt>
  </dgm:ptLst>
  <dgm:cxnLst>
    <dgm:cxn modelId="{CA397D05-A2CF-483B-AE6F-42E3155AA956}" type="presOf" srcId="{28D66410-C4D5-456D-B65B-B6B58E6A8F42}" destId="{E5A913A8-234E-4D48-A102-69689296E045}" srcOrd="0" destOrd="0" presId="urn:microsoft.com/office/officeart/2005/8/layout/StepDownProcess#1"/>
    <dgm:cxn modelId="{8770D013-06DF-4AF1-B281-DC0A94CE8D16}" srcId="{23F9E4FD-F3A2-42DF-A5F6-B057A2B78C2B}" destId="{7EAEEB02-0075-41AA-8917-52A406CB99EC}" srcOrd="3" destOrd="0" parTransId="{5797A914-232F-4A04-9303-7EDEA60E1A40}" sibTransId="{B32BBE85-09C0-42E7-9EB9-F759A0BD0D34}"/>
    <dgm:cxn modelId="{7487012B-30FF-44F0-8777-E4BEB9622776}" srcId="{23F9E4FD-F3A2-42DF-A5F6-B057A2B78C2B}" destId="{31124FEE-E25A-4653-8855-CA7A6F678BAA}" srcOrd="2" destOrd="0" parTransId="{8375FA27-00FC-462C-96E8-FB33996F26EB}" sibTransId="{53B570A6-0A87-4408-A06B-5B9511FA8A50}"/>
    <dgm:cxn modelId="{E438713F-7235-40D2-A309-973393C8D6A0}" srcId="{23F9E4FD-F3A2-42DF-A5F6-B057A2B78C2B}" destId="{ABDA821D-724C-40C8-8B21-BE1C2F6866E3}" srcOrd="1" destOrd="0" parTransId="{FE6A0A65-1658-46A2-827C-10CECE0D6A30}" sibTransId="{0F43D421-5CF2-4EB4-85FC-CFF7F212EF72}"/>
    <dgm:cxn modelId="{5A001B5B-0DF8-4825-B84D-4FC86880A27F}" type="presOf" srcId="{FDC96E0A-C9F3-4605-91A9-CC31096E0D0E}" destId="{CE0E748D-7CD0-4A5D-B01B-D7047CF0A982}" srcOrd="0" destOrd="1" presId="urn:microsoft.com/office/officeart/2005/8/layout/StepDownProcess#1"/>
    <dgm:cxn modelId="{51D30D5D-6CE8-4A99-844B-5F5DCF73C9BA}" srcId="{23F9E4FD-F3A2-42DF-A5F6-B057A2B78C2B}" destId="{6D764D0D-1070-4F7B-AB51-8B258B266986}" srcOrd="4" destOrd="0" parTransId="{DC629DFE-27AA-49DB-9B7F-35F38A6A6983}" sibTransId="{7CF3EE0B-932D-4D73-9FA3-F0DE543BCE43}"/>
    <dgm:cxn modelId="{C5DC734E-479A-4E2D-B302-04724285E2B5}" type="presOf" srcId="{C2458117-762A-48E9-AC66-551059651694}" destId="{B93ECDC6-3073-44B0-A0EF-219F821D717A}" srcOrd="0" destOrd="0" presId="urn:microsoft.com/office/officeart/2005/8/layout/StepDownProcess#1"/>
    <dgm:cxn modelId="{4C8FC24F-EF7A-4E6A-AFD9-38B40B58B16F}" type="presOf" srcId="{0E66CD7F-07DB-42E5-830A-A80CC6F5B90E}" destId="{9E1DA01F-197C-4315-9F03-5AA5AA59EDDF}" srcOrd="0" destOrd="0" presId="urn:microsoft.com/office/officeart/2005/8/layout/StepDownProcess#1"/>
    <dgm:cxn modelId="{74B06B57-01E8-4522-81D9-ABACAA633760}" srcId="{23F9E4FD-F3A2-42DF-A5F6-B057A2B78C2B}" destId="{0E66CD7F-07DB-42E5-830A-A80CC6F5B90E}" srcOrd="0" destOrd="0" parTransId="{6E8176B0-4CB5-4AC3-A81D-457227E707C0}" sibTransId="{A48FF1C5-CE23-4C5D-AF8E-CD1348320A84}"/>
    <dgm:cxn modelId="{8C17D45A-5130-475C-9839-0706E1FA8BFF}" srcId="{ABDA821D-724C-40C8-8B21-BE1C2F6866E3}" destId="{D346749A-42BB-46E3-BE96-5C3FCA34B6B1}" srcOrd="0" destOrd="0" parTransId="{BCBB6601-5761-4307-B98D-286CBF7FA08C}" sibTransId="{7245992C-9FEE-47D6-942F-F0542DD4CB63}"/>
    <dgm:cxn modelId="{133BFA5A-755A-4C90-8996-E610FEAB0B4F}" type="presOf" srcId="{31124FEE-E25A-4653-8855-CA7A6F678BAA}" destId="{0AA47781-C472-41D3-8550-3F6B53CB0467}" srcOrd="0" destOrd="0" presId="urn:microsoft.com/office/officeart/2005/8/layout/StepDownProcess#1"/>
    <dgm:cxn modelId="{55F9667C-9D52-4931-9370-4F374B6E3161}" type="presOf" srcId="{95FFD4B3-119C-42B5-AB9F-C2C4D49FFBC6}" destId="{AF35F82A-9F35-4E0E-8557-E267C1D33FD8}" srcOrd="0" destOrd="0" presId="urn:microsoft.com/office/officeart/2005/8/layout/StepDownProcess#1"/>
    <dgm:cxn modelId="{A006B48F-B511-4CEE-A071-D797FC6F4DC7}" srcId="{7EAEEB02-0075-41AA-8917-52A406CB99EC}" destId="{2D7D5578-F432-43C8-A791-E726DC3E058C}" srcOrd="1" destOrd="0" parTransId="{BB0DAA64-A616-44BD-A8F8-5C2F2FBDE7BD}" sibTransId="{A0A3214F-5B48-4C87-B121-5F16E4A346C2}"/>
    <dgm:cxn modelId="{529A7095-5268-471F-9ED4-BF61F3C52EBF}" type="presOf" srcId="{2D7D5578-F432-43C8-A791-E726DC3E058C}" destId="{AF35F82A-9F35-4E0E-8557-E267C1D33FD8}" srcOrd="0" destOrd="1" presId="urn:microsoft.com/office/officeart/2005/8/layout/StepDownProcess#1"/>
    <dgm:cxn modelId="{40225C9A-0E89-4977-A3D8-1F251C257B9B}" srcId="{6D764D0D-1070-4F7B-AB51-8B258B266986}" destId="{28D66410-C4D5-456D-B65B-B6B58E6A8F42}" srcOrd="0" destOrd="0" parTransId="{CC4B0CBF-D57A-4E98-92CE-95838DA60C1A}" sibTransId="{14DC49A9-52AF-4719-80A9-0F8F683FB3B6}"/>
    <dgm:cxn modelId="{22246C9C-0CC8-4C0C-8D4A-89E648C047A9}" type="presOf" srcId="{D346749A-42BB-46E3-BE96-5C3FCA34B6B1}" destId="{CE0E748D-7CD0-4A5D-B01B-D7047CF0A982}" srcOrd="0" destOrd="0" presId="urn:microsoft.com/office/officeart/2005/8/layout/StepDownProcess#1"/>
    <dgm:cxn modelId="{BD4C0FA2-867B-4F38-9D2C-47FB1AA4FE27}" type="presOf" srcId="{7EAEEB02-0075-41AA-8917-52A406CB99EC}" destId="{1F405CA7-E5BF-40F1-AEB5-5A8FDE112078}" srcOrd="0" destOrd="0" presId="urn:microsoft.com/office/officeart/2005/8/layout/StepDownProcess#1"/>
    <dgm:cxn modelId="{A0E597A5-1834-420E-9DB0-7FFCB3F0C440}" type="presOf" srcId="{23F9E4FD-F3A2-42DF-A5F6-B057A2B78C2B}" destId="{74462182-22A2-492E-BA16-716EFE759294}" srcOrd="0" destOrd="0" presId="urn:microsoft.com/office/officeart/2005/8/layout/StepDownProcess#1"/>
    <dgm:cxn modelId="{AABD38AD-BD74-45AC-9FBF-8F532FDDB288}" type="presOf" srcId="{ABDA821D-724C-40C8-8B21-BE1C2F6866E3}" destId="{B305333C-C5EE-4CBA-B516-C72CBCE7B9C7}" srcOrd="0" destOrd="0" presId="urn:microsoft.com/office/officeart/2005/8/layout/StepDownProcess#1"/>
    <dgm:cxn modelId="{421905BB-9D8D-478C-A828-ECA4AD35AC69}" srcId="{31124FEE-E25A-4653-8855-CA7A6F678BAA}" destId="{89AAC52B-489C-4D6E-8244-BBA068239C0F}" srcOrd="1" destOrd="0" parTransId="{1DAE71D9-DD14-4C25-A54F-D0C71569BD6B}" sibTransId="{651E3923-BC03-4818-A722-04437A072B29}"/>
    <dgm:cxn modelId="{553D7CC1-00BC-4795-92F4-8EDA7FA6D685}" type="presOf" srcId="{87B74A90-0385-4C81-9F0C-2A87C8B5A784}" destId="{94DE8F22-7B27-4170-9021-FA178617C96B}" srcOrd="0" destOrd="0" presId="urn:microsoft.com/office/officeart/2005/8/layout/StepDownProcess#1"/>
    <dgm:cxn modelId="{CEAD1ACB-7CD7-43C6-8B0D-AA08D65D1D75}" srcId="{0E66CD7F-07DB-42E5-830A-A80CC6F5B90E}" destId="{87B74A90-0385-4C81-9F0C-2A87C8B5A784}" srcOrd="0" destOrd="0" parTransId="{59D343A4-8FD0-4207-A01C-8D81815DCA70}" sibTransId="{9CD8578C-419F-4A5D-AEEC-35B35FEE85DD}"/>
    <dgm:cxn modelId="{C131C5D0-F3EC-42DD-A021-FE54BCCFAF1C}" type="presOf" srcId="{89AAC52B-489C-4D6E-8244-BBA068239C0F}" destId="{B93ECDC6-3073-44B0-A0EF-219F821D717A}" srcOrd="0" destOrd="1" presId="urn:microsoft.com/office/officeart/2005/8/layout/StepDownProcess#1"/>
    <dgm:cxn modelId="{CAF373D7-B691-4E92-9FCC-BA56D7702284}" srcId="{31124FEE-E25A-4653-8855-CA7A6F678BAA}" destId="{C2458117-762A-48E9-AC66-551059651694}" srcOrd="0" destOrd="0" parTransId="{67AB9A92-8031-4326-8A48-1FCBC5B3D7ED}" sibTransId="{0020C581-B472-4048-AD32-40CFB3862578}"/>
    <dgm:cxn modelId="{C889D0D9-7233-4313-A5E4-208FADBA3690}" srcId="{7EAEEB02-0075-41AA-8917-52A406CB99EC}" destId="{95FFD4B3-119C-42B5-AB9F-C2C4D49FFBC6}" srcOrd="0" destOrd="0" parTransId="{C8C04B75-8CDA-4CDC-992C-1D73F676D9C5}" sibTransId="{9791FF08-3DA7-4BA5-BA79-342E7CEED064}"/>
    <dgm:cxn modelId="{1E9BB3DA-3495-4179-8813-C70A25B173C9}" srcId="{ABDA821D-724C-40C8-8B21-BE1C2F6866E3}" destId="{FDC96E0A-C9F3-4605-91A9-CC31096E0D0E}" srcOrd="1" destOrd="0" parTransId="{81BB6A4C-10E4-4E6A-82A7-466BFA2AFC83}" sibTransId="{3685BF9B-DF48-4F46-B338-08E813364B66}"/>
    <dgm:cxn modelId="{7023A7F3-42D9-4301-A9E8-3C0ED8C777DB}" type="presOf" srcId="{6D764D0D-1070-4F7B-AB51-8B258B266986}" destId="{68A05B51-809D-4BC5-B99A-467DD57A00D6}" srcOrd="0" destOrd="0" presId="urn:microsoft.com/office/officeart/2005/8/layout/StepDownProcess#1"/>
    <dgm:cxn modelId="{8979A763-C33E-43E4-B964-A36F2B270F93}" type="presParOf" srcId="{74462182-22A2-492E-BA16-716EFE759294}" destId="{0A9B50F5-B63C-47AD-AFE8-448BF99A980C}" srcOrd="0" destOrd="0" presId="urn:microsoft.com/office/officeart/2005/8/layout/StepDownProcess#1"/>
    <dgm:cxn modelId="{10722CE9-7030-45DB-B97D-D6D4AF8ADBBE}" type="presParOf" srcId="{0A9B50F5-B63C-47AD-AFE8-448BF99A980C}" destId="{92CC305F-AB26-47FF-87CA-61B56E645671}" srcOrd="0" destOrd="0" presId="urn:microsoft.com/office/officeart/2005/8/layout/StepDownProcess#1"/>
    <dgm:cxn modelId="{68DD9474-166D-4D18-A14B-5B7D2EC37D7F}" type="presParOf" srcId="{0A9B50F5-B63C-47AD-AFE8-448BF99A980C}" destId="{9E1DA01F-197C-4315-9F03-5AA5AA59EDDF}" srcOrd="1" destOrd="0" presId="urn:microsoft.com/office/officeart/2005/8/layout/StepDownProcess#1"/>
    <dgm:cxn modelId="{CA35ECB5-C655-4B45-AA34-73092BDA4EE0}" type="presParOf" srcId="{0A9B50F5-B63C-47AD-AFE8-448BF99A980C}" destId="{94DE8F22-7B27-4170-9021-FA178617C96B}" srcOrd="2" destOrd="0" presId="urn:microsoft.com/office/officeart/2005/8/layout/StepDownProcess#1"/>
    <dgm:cxn modelId="{351F6357-E486-402E-A1E1-5FD789163565}" type="presParOf" srcId="{74462182-22A2-492E-BA16-716EFE759294}" destId="{47000321-0C9F-488B-BDEE-BF73746FE604}" srcOrd="1" destOrd="0" presId="urn:microsoft.com/office/officeart/2005/8/layout/StepDownProcess#1"/>
    <dgm:cxn modelId="{CBFEE174-F493-42D6-9E4A-024B797948CC}" type="presParOf" srcId="{74462182-22A2-492E-BA16-716EFE759294}" destId="{F3B1494A-9A03-4C23-AFD2-D852C3782F3E}" srcOrd="2" destOrd="0" presId="urn:microsoft.com/office/officeart/2005/8/layout/StepDownProcess#1"/>
    <dgm:cxn modelId="{0A069BC6-1A0F-4F4C-8956-3B7406FAE521}" type="presParOf" srcId="{F3B1494A-9A03-4C23-AFD2-D852C3782F3E}" destId="{26FA26B7-E152-4857-A005-270C08B06755}" srcOrd="0" destOrd="0" presId="urn:microsoft.com/office/officeart/2005/8/layout/StepDownProcess#1"/>
    <dgm:cxn modelId="{937AF650-CC87-4049-A390-7A13CD7A9B7E}" type="presParOf" srcId="{F3B1494A-9A03-4C23-AFD2-D852C3782F3E}" destId="{B305333C-C5EE-4CBA-B516-C72CBCE7B9C7}" srcOrd="1" destOrd="0" presId="urn:microsoft.com/office/officeart/2005/8/layout/StepDownProcess#1"/>
    <dgm:cxn modelId="{372AA7C5-273D-4904-AA6D-20A588BFC8A1}" type="presParOf" srcId="{F3B1494A-9A03-4C23-AFD2-D852C3782F3E}" destId="{CE0E748D-7CD0-4A5D-B01B-D7047CF0A982}" srcOrd="2" destOrd="0" presId="urn:microsoft.com/office/officeart/2005/8/layout/StepDownProcess#1"/>
    <dgm:cxn modelId="{E4CC20FA-AFAE-4B5D-A9C3-A792B1EEB552}" type="presParOf" srcId="{74462182-22A2-492E-BA16-716EFE759294}" destId="{275DE687-4BEF-4E65-A28E-0D6FC73CC11A}" srcOrd="3" destOrd="0" presId="urn:microsoft.com/office/officeart/2005/8/layout/StepDownProcess#1"/>
    <dgm:cxn modelId="{474A42CE-1320-4869-BB23-B4F271E8BDE0}" type="presParOf" srcId="{74462182-22A2-492E-BA16-716EFE759294}" destId="{00CBDE35-1F95-42A5-801D-7A8B59912F48}" srcOrd="4" destOrd="0" presId="urn:microsoft.com/office/officeart/2005/8/layout/StepDownProcess#1"/>
    <dgm:cxn modelId="{D69FE1E2-B601-4C21-A14D-76EDA1C79487}" type="presParOf" srcId="{00CBDE35-1F95-42A5-801D-7A8B59912F48}" destId="{B94CBBCD-C1C4-44B0-8D15-223FA3A51A31}" srcOrd="0" destOrd="0" presId="urn:microsoft.com/office/officeart/2005/8/layout/StepDownProcess#1"/>
    <dgm:cxn modelId="{7FAED66B-57C2-40F1-849E-DE3EB1B5190E}" type="presParOf" srcId="{00CBDE35-1F95-42A5-801D-7A8B59912F48}" destId="{0AA47781-C472-41D3-8550-3F6B53CB0467}" srcOrd="1" destOrd="0" presId="urn:microsoft.com/office/officeart/2005/8/layout/StepDownProcess#1"/>
    <dgm:cxn modelId="{A5B3F8BB-7C0A-46C1-BB68-03D06117BD64}" type="presParOf" srcId="{00CBDE35-1F95-42A5-801D-7A8B59912F48}" destId="{B93ECDC6-3073-44B0-A0EF-219F821D717A}" srcOrd="2" destOrd="0" presId="urn:microsoft.com/office/officeart/2005/8/layout/StepDownProcess#1"/>
    <dgm:cxn modelId="{CA7C3E4E-EB47-4281-88B5-3611EC83F201}" type="presParOf" srcId="{74462182-22A2-492E-BA16-716EFE759294}" destId="{D93404EA-F7F8-4F0C-ABA1-3BBA867507D2}" srcOrd="5" destOrd="0" presId="urn:microsoft.com/office/officeart/2005/8/layout/StepDownProcess#1"/>
    <dgm:cxn modelId="{9E2271A6-31AF-43E4-9C89-37025B31C85D}" type="presParOf" srcId="{74462182-22A2-492E-BA16-716EFE759294}" destId="{DDC682C7-4EA0-4C21-81CB-AD7FC3033147}" srcOrd="6" destOrd="0" presId="urn:microsoft.com/office/officeart/2005/8/layout/StepDownProcess#1"/>
    <dgm:cxn modelId="{5E0BF425-FAA5-4AA8-ABD6-C035D45DCA7E}" type="presParOf" srcId="{DDC682C7-4EA0-4C21-81CB-AD7FC3033147}" destId="{0AB958B4-F136-4289-8404-4383C91289A2}" srcOrd="0" destOrd="0" presId="urn:microsoft.com/office/officeart/2005/8/layout/StepDownProcess#1"/>
    <dgm:cxn modelId="{5089498D-853B-4B8B-B34E-C710C73A98CC}" type="presParOf" srcId="{DDC682C7-4EA0-4C21-81CB-AD7FC3033147}" destId="{1F405CA7-E5BF-40F1-AEB5-5A8FDE112078}" srcOrd="1" destOrd="0" presId="urn:microsoft.com/office/officeart/2005/8/layout/StepDownProcess#1"/>
    <dgm:cxn modelId="{08EDB6FD-467D-47B6-8B1E-130A175DB365}" type="presParOf" srcId="{DDC682C7-4EA0-4C21-81CB-AD7FC3033147}" destId="{AF35F82A-9F35-4E0E-8557-E267C1D33FD8}" srcOrd="2" destOrd="0" presId="urn:microsoft.com/office/officeart/2005/8/layout/StepDownProcess#1"/>
    <dgm:cxn modelId="{FB7191F1-E896-4F47-BD68-355A345D2A73}" type="presParOf" srcId="{74462182-22A2-492E-BA16-716EFE759294}" destId="{BF0C8247-3348-4C3F-8A3A-5D2A8900A26C}" srcOrd="7" destOrd="0" presId="urn:microsoft.com/office/officeart/2005/8/layout/StepDownProcess#1"/>
    <dgm:cxn modelId="{32D62A9D-8DDE-4C8E-9556-11572AD0F253}" type="presParOf" srcId="{74462182-22A2-492E-BA16-716EFE759294}" destId="{C8D9895F-2E4E-4520-BD91-F1CE27C55327}" srcOrd="8" destOrd="0" presId="urn:microsoft.com/office/officeart/2005/8/layout/StepDownProcess#1"/>
    <dgm:cxn modelId="{674B9A38-8228-410C-A130-1D0EAA46A5F2}" type="presParOf" srcId="{C8D9895F-2E4E-4520-BD91-F1CE27C55327}" destId="{68A05B51-809D-4BC5-B99A-467DD57A00D6}" srcOrd="0" destOrd="0" presId="urn:microsoft.com/office/officeart/2005/8/layout/StepDownProcess#1"/>
    <dgm:cxn modelId="{2D95466B-8A84-4BA9-823C-C0E8C596FBF7}" type="presParOf" srcId="{C8D9895F-2E4E-4520-BD91-F1CE27C55327}" destId="{E5A913A8-234E-4D48-A102-69689296E045}" srcOrd="1" destOrd="0" presId="urn:microsoft.com/office/officeart/2005/8/layout/StepDown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C305F-AB26-47FF-87CA-61B56E645671}">
      <dsp:nvSpPr>
        <dsp:cNvPr id="0" name=""/>
        <dsp:cNvSpPr/>
      </dsp:nvSpPr>
      <dsp:spPr>
        <a:xfrm rot="5400000">
          <a:off x="1341360" y="1765539"/>
          <a:ext cx="1536522" cy="17492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1DA01F-197C-4315-9F03-5AA5AA59EDDF}">
      <dsp:nvSpPr>
        <dsp:cNvPr id="0" name=""/>
        <dsp:cNvSpPr/>
      </dsp:nvSpPr>
      <dsp:spPr>
        <a:xfrm>
          <a:off x="934275" y="62273"/>
          <a:ext cx="2586599" cy="181053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+mn-ea"/>
              <a:ea typeface="+mn-ea"/>
            </a:rPr>
            <a:t>定义整车功能</a:t>
          </a:r>
        </a:p>
      </dsp:txBody>
      <dsp:txXfrm>
        <a:off x="1022674" y="150672"/>
        <a:ext cx="2409801" cy="1633737"/>
      </dsp:txXfrm>
    </dsp:sp>
    <dsp:sp modelId="{94DE8F22-7B27-4170-9021-FA178617C96B}">
      <dsp:nvSpPr>
        <dsp:cNvPr id="0" name=""/>
        <dsp:cNvSpPr/>
      </dsp:nvSpPr>
      <dsp:spPr>
        <a:xfrm>
          <a:off x="3803654" y="234949"/>
          <a:ext cx="4217208" cy="1463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>
              <a:latin typeface="+mn-ea"/>
              <a:ea typeface="+mn-ea"/>
            </a:rPr>
            <a:t>确定开发范围</a:t>
          </a:r>
        </a:p>
      </dsp:txBody>
      <dsp:txXfrm>
        <a:off x="3803654" y="234949"/>
        <a:ext cx="4217208" cy="1463354"/>
      </dsp:txXfrm>
    </dsp:sp>
    <dsp:sp modelId="{26FA26B7-E152-4857-A005-270C08B06755}">
      <dsp:nvSpPr>
        <dsp:cNvPr id="0" name=""/>
        <dsp:cNvSpPr/>
      </dsp:nvSpPr>
      <dsp:spPr>
        <a:xfrm rot="5400000">
          <a:off x="4046557" y="3799368"/>
          <a:ext cx="1536522" cy="17492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05333C-C5EE-4CBA-B516-C72CBCE7B9C7}">
      <dsp:nvSpPr>
        <dsp:cNvPr id="0" name=""/>
        <dsp:cNvSpPr/>
      </dsp:nvSpPr>
      <dsp:spPr>
        <a:xfrm>
          <a:off x="3639472" y="2096102"/>
          <a:ext cx="2586599" cy="181053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+mn-ea"/>
              <a:ea typeface="+mn-ea"/>
            </a:rPr>
            <a:t>搭建管理体系</a:t>
          </a:r>
        </a:p>
      </dsp:txBody>
      <dsp:txXfrm>
        <a:off x="3727871" y="2184501"/>
        <a:ext cx="2409801" cy="1633737"/>
      </dsp:txXfrm>
    </dsp:sp>
    <dsp:sp modelId="{CE0E748D-7CD0-4A5D-B01B-D7047CF0A982}">
      <dsp:nvSpPr>
        <dsp:cNvPr id="0" name=""/>
        <dsp:cNvSpPr/>
      </dsp:nvSpPr>
      <dsp:spPr>
        <a:xfrm>
          <a:off x="6540014" y="2227833"/>
          <a:ext cx="5962496" cy="1463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>
              <a:latin typeface="+mn-ea"/>
              <a:ea typeface="+mn-ea"/>
            </a:rPr>
            <a:t>公司层面、项目层面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>
              <a:latin typeface="+mn-ea"/>
              <a:ea typeface="+mn-ea"/>
            </a:rPr>
            <a:t>协调、监控</a:t>
          </a:r>
        </a:p>
      </dsp:txBody>
      <dsp:txXfrm>
        <a:off x="6540014" y="2227833"/>
        <a:ext cx="5962496" cy="1463354"/>
      </dsp:txXfrm>
    </dsp:sp>
    <dsp:sp modelId="{B94CBBCD-C1C4-44B0-8D15-223FA3A51A31}">
      <dsp:nvSpPr>
        <dsp:cNvPr id="0" name=""/>
        <dsp:cNvSpPr/>
      </dsp:nvSpPr>
      <dsp:spPr>
        <a:xfrm rot="5400000">
          <a:off x="6751754" y="5833197"/>
          <a:ext cx="1536522" cy="17492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47781-C472-41D3-8550-3F6B53CB0467}">
      <dsp:nvSpPr>
        <dsp:cNvPr id="0" name=""/>
        <dsp:cNvSpPr/>
      </dsp:nvSpPr>
      <dsp:spPr>
        <a:xfrm>
          <a:off x="6344669" y="4129931"/>
          <a:ext cx="2586599" cy="181053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+mn-ea"/>
              <a:ea typeface="+mn-ea"/>
            </a:rPr>
            <a:t>HARA</a:t>
          </a:r>
          <a:r>
            <a:rPr lang="zh-CN" altLang="en-US" sz="2000" b="1" kern="1200" dirty="0">
              <a:latin typeface="+mn-ea"/>
              <a:ea typeface="+mn-ea"/>
            </a:rPr>
            <a:t>分析</a:t>
          </a:r>
        </a:p>
      </dsp:txBody>
      <dsp:txXfrm>
        <a:off x="6433068" y="4218330"/>
        <a:ext cx="2409801" cy="1633737"/>
      </dsp:txXfrm>
    </dsp:sp>
    <dsp:sp modelId="{B93ECDC6-3073-44B0-A0EF-219F821D717A}">
      <dsp:nvSpPr>
        <dsp:cNvPr id="0" name=""/>
        <dsp:cNvSpPr/>
      </dsp:nvSpPr>
      <dsp:spPr>
        <a:xfrm>
          <a:off x="9120315" y="4295071"/>
          <a:ext cx="3824385" cy="1463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>
              <a:latin typeface="+mn-ea"/>
              <a:ea typeface="+mn-ea"/>
            </a:rPr>
            <a:t>确定</a:t>
          </a:r>
          <a:r>
            <a:rPr lang="en-US" altLang="zh-CN" sz="1400" b="1" kern="1200" dirty="0">
              <a:latin typeface="+mn-ea"/>
              <a:ea typeface="+mn-ea"/>
            </a:rPr>
            <a:t>ASIL</a:t>
          </a:r>
          <a:r>
            <a:rPr lang="zh-CN" altLang="en-US" sz="1400" b="1" kern="1200" dirty="0">
              <a:latin typeface="+mn-ea"/>
              <a:ea typeface="+mn-ea"/>
            </a:rPr>
            <a:t>等级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>
              <a:latin typeface="+mn-ea"/>
              <a:ea typeface="+mn-ea"/>
            </a:rPr>
            <a:t>输出安全目标</a:t>
          </a:r>
        </a:p>
      </dsp:txBody>
      <dsp:txXfrm>
        <a:off x="9120315" y="4295071"/>
        <a:ext cx="3824385" cy="1463354"/>
      </dsp:txXfrm>
    </dsp:sp>
    <dsp:sp modelId="{0AB958B4-F136-4289-8404-4383C91289A2}">
      <dsp:nvSpPr>
        <dsp:cNvPr id="0" name=""/>
        <dsp:cNvSpPr/>
      </dsp:nvSpPr>
      <dsp:spPr>
        <a:xfrm rot="5400000">
          <a:off x="9456951" y="7867026"/>
          <a:ext cx="1536522" cy="1749276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05CA7-E5BF-40F1-AEB5-5A8FDE112078}">
      <dsp:nvSpPr>
        <dsp:cNvPr id="0" name=""/>
        <dsp:cNvSpPr/>
      </dsp:nvSpPr>
      <dsp:spPr>
        <a:xfrm>
          <a:off x="9049866" y="6163760"/>
          <a:ext cx="2586599" cy="181053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+mn-ea"/>
              <a:ea typeface="+mn-ea"/>
            </a:rPr>
            <a:t>开发安全概念</a:t>
          </a:r>
        </a:p>
      </dsp:txBody>
      <dsp:txXfrm>
        <a:off x="9138265" y="6252159"/>
        <a:ext cx="2409801" cy="1633737"/>
      </dsp:txXfrm>
    </dsp:sp>
    <dsp:sp modelId="{AF35F82A-9F35-4E0E-8557-E267C1D33FD8}">
      <dsp:nvSpPr>
        <dsp:cNvPr id="0" name=""/>
        <dsp:cNvSpPr/>
      </dsp:nvSpPr>
      <dsp:spPr>
        <a:xfrm>
          <a:off x="12089742" y="6398614"/>
          <a:ext cx="5046047" cy="1463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>
              <a:latin typeface="+mn-ea"/>
              <a:ea typeface="+mn-ea"/>
            </a:rPr>
            <a:t>系统、软件、硬件开发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>
              <a:latin typeface="+mn-ea"/>
              <a:ea typeface="+mn-ea"/>
            </a:rPr>
            <a:t>安全措施、验证</a:t>
          </a:r>
        </a:p>
      </dsp:txBody>
      <dsp:txXfrm>
        <a:off x="12089742" y="6398614"/>
        <a:ext cx="5046047" cy="1463354"/>
      </dsp:txXfrm>
    </dsp:sp>
    <dsp:sp modelId="{68A05B51-809D-4BC5-B99A-467DD57A00D6}">
      <dsp:nvSpPr>
        <dsp:cNvPr id="0" name=""/>
        <dsp:cNvSpPr/>
      </dsp:nvSpPr>
      <dsp:spPr>
        <a:xfrm>
          <a:off x="11755062" y="8197589"/>
          <a:ext cx="2586599" cy="1810535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+mn-ea"/>
              <a:ea typeface="+mn-ea"/>
            </a:rPr>
            <a:t>安全确认</a:t>
          </a:r>
        </a:p>
      </dsp:txBody>
      <dsp:txXfrm>
        <a:off x="11843461" y="8285988"/>
        <a:ext cx="2409801" cy="1633737"/>
      </dsp:txXfrm>
    </dsp:sp>
    <dsp:sp modelId="{E5A913A8-234E-4D48-A102-69689296E045}">
      <dsp:nvSpPr>
        <dsp:cNvPr id="0" name=""/>
        <dsp:cNvSpPr/>
      </dsp:nvSpPr>
      <dsp:spPr>
        <a:xfrm>
          <a:off x="14596053" y="8390738"/>
          <a:ext cx="2764735" cy="1463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b="1" kern="1200" dirty="0">
              <a:latin typeface="+mn-ea"/>
              <a:ea typeface="+mn-ea"/>
            </a:rPr>
            <a:t>审核、</a:t>
          </a:r>
          <a:r>
            <a:rPr lang="zh-CN" alt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ea"/>
              <a:ea typeface="+mn-ea"/>
              <a:cs typeface="+mn-cs"/>
            </a:rPr>
            <a:t>评估</a:t>
          </a:r>
        </a:p>
      </dsp:txBody>
      <dsp:txXfrm>
        <a:off x="14596053" y="8390738"/>
        <a:ext cx="2764735" cy="1463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#1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bkpt" val="fixed"/>
          <dgm:param type="bkPtFixedVal" val="1"/>
          <dgm:param type="off" val="off"/>
          <dgm:param type="grDir" val="tL"/>
          <dgm:param type="flowDir" val="row"/>
        </dgm:alg>
      </dgm:if>
      <dgm:else name="Name2">
        <dgm:alg type="snake">
          <dgm:param type="bkpt" val="fixed"/>
          <dgm:param type="bkPtFixedVal" val="1"/>
          <dgm:param type="off" val="off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parTxLTRAlign" val="l"/>
                    <dgm:param type="stBulletLvl" val="1"/>
                    <dgm:param type="txAnchorVertCh" val="mid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2025/11/16</a:t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6" name="Shape 28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1pPr>
    <a:lvl2pPr indent="228600" defTabSz="1828800" latinLnBrk="0">
      <a:defRPr sz="2400">
        <a:latin typeface="+mn-lt"/>
        <a:ea typeface="+mn-ea"/>
        <a:cs typeface="+mn-cs"/>
        <a:sym typeface="나눔스퀘어 네오 OTF Regular"/>
      </a:defRPr>
    </a:lvl2pPr>
    <a:lvl3pPr indent="457200" defTabSz="1828800" latinLnBrk="0">
      <a:defRPr sz="2400">
        <a:latin typeface="+mn-lt"/>
        <a:ea typeface="+mn-ea"/>
        <a:cs typeface="+mn-cs"/>
        <a:sym typeface="나눔스퀘어 네오 OTF Regular"/>
      </a:defRPr>
    </a:lvl3pPr>
    <a:lvl4pPr indent="685800" defTabSz="1828800" latinLnBrk="0">
      <a:defRPr sz="2400">
        <a:latin typeface="+mn-lt"/>
        <a:ea typeface="+mn-ea"/>
        <a:cs typeface="+mn-cs"/>
        <a:sym typeface="나눔스퀘어 네오 OTF Regular"/>
      </a:defRPr>
    </a:lvl4pPr>
    <a:lvl5pPr indent="914400" defTabSz="1828800" latinLnBrk="0">
      <a:defRPr sz="2400">
        <a:latin typeface="+mn-lt"/>
        <a:ea typeface="+mn-ea"/>
        <a:cs typeface="+mn-cs"/>
        <a:sym typeface="나눔스퀘어 네오 OTF Regular"/>
      </a:defRPr>
    </a:lvl5pPr>
    <a:lvl6pPr indent="1143000" defTabSz="1828800" latinLnBrk="0">
      <a:defRPr sz="2400">
        <a:latin typeface="+mn-lt"/>
        <a:ea typeface="+mn-ea"/>
        <a:cs typeface="+mn-cs"/>
        <a:sym typeface="나눔스퀘어 네오 OTF Regular"/>
      </a:defRPr>
    </a:lvl6pPr>
    <a:lvl7pPr indent="1371600" defTabSz="1828800" latinLnBrk="0">
      <a:defRPr sz="2400">
        <a:latin typeface="+mn-lt"/>
        <a:ea typeface="+mn-ea"/>
        <a:cs typeface="+mn-cs"/>
        <a:sym typeface="나눔스퀘어 네오 OTF Regular"/>
      </a:defRPr>
    </a:lvl7pPr>
    <a:lvl8pPr indent="1600200" defTabSz="1828800" latinLnBrk="0">
      <a:defRPr sz="2400">
        <a:latin typeface="+mn-lt"/>
        <a:ea typeface="+mn-ea"/>
        <a:cs typeface="+mn-cs"/>
        <a:sym typeface="나눔스퀘어 네오 OTF Regular"/>
      </a:defRPr>
    </a:lvl8pPr>
    <a:lvl9pPr indent="1828800" defTabSz="1828800" latinLnBrk="0">
      <a:defRPr sz="2400">
        <a:latin typeface="+mn-lt"/>
        <a:ea typeface="+mn-ea"/>
        <a:cs typeface="+mn-cs"/>
        <a:sym typeface="나눔스퀘어 네오 OTF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9542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표지_회사소개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" descr="그림 4"/>
          <p:cNvPicPr>
            <a:picLocks noChangeAspect="1"/>
          </p:cNvPicPr>
          <p:nvPr/>
        </p:nvPicPr>
        <p:blipFill>
          <a:blip r:embed="rId2" cstate="print"/>
          <a:srcRect t="45130"/>
          <a:stretch>
            <a:fillRect/>
          </a:stretch>
        </p:blipFill>
        <p:spPr>
          <a:xfrm>
            <a:off x="3212989" y="-4406"/>
            <a:ext cx="21188519" cy="1297967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7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4730410" y="10470674"/>
            <a:ext cx="4508265" cy="14407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>
                <a:solidFill>
                  <a:srgbClr val="00143C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264160" indent="-264160">
              <a:defRPr sz="2200">
                <a:solidFill>
                  <a:srgbClr val="00143C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396240" indent="-215900">
              <a:defRPr sz="2200">
                <a:solidFill>
                  <a:srgbClr val="00143C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561340" indent="-237490">
              <a:defRPr sz="2200">
                <a:solidFill>
                  <a:srgbClr val="00143C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659765" indent="-264160">
              <a:defRPr sz="2200">
                <a:solidFill>
                  <a:srgbClr val="00143C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</a:lstStyle>
          <a:p>
            <a:r>
              <a:t>첫 번째 페이지 제목을 입력하세요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8" name="텍스트 개체 틀 26"/>
          <p:cNvSpPr>
            <a:spLocks noGrp="1"/>
          </p:cNvSpPr>
          <p:nvPr>
            <p:ph type="body" sz="quarter" idx="21" hasCustomPrompt="1"/>
          </p:nvPr>
        </p:nvSpPr>
        <p:spPr>
          <a:xfrm>
            <a:off x="8694752" y="10442807"/>
            <a:ext cx="4506043" cy="991427"/>
          </a:xfrm>
          <a:prstGeom prst="rect">
            <a:avLst/>
          </a:prstGeom>
          <a:ln w="12700"/>
        </p:spPr>
        <p:txBody>
          <a:bodyPr>
            <a:normAutofit/>
          </a:bodyPr>
          <a:lstStyle>
            <a:lvl1pPr defTabSz="905510">
              <a:lnSpc>
                <a:spcPct val="110000"/>
              </a:lnSpc>
              <a:spcBef>
                <a:spcPts val="500"/>
              </a:spcBef>
              <a:defRPr sz="2180">
                <a:solidFill>
                  <a:srgbClr val="00143C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t>페이지 제목을 입력하세요
페이지 제목을 입력하세요</a:t>
            </a:r>
          </a:p>
        </p:txBody>
      </p:sp>
      <p:sp>
        <p:nvSpPr>
          <p:cNvPr id="49" name="텍스트 개체 틀 26"/>
          <p:cNvSpPr>
            <a:spLocks noGrp="1"/>
          </p:cNvSpPr>
          <p:nvPr>
            <p:ph type="body" sz="quarter" idx="22" hasCustomPrompt="1"/>
          </p:nvPr>
        </p:nvSpPr>
        <p:spPr>
          <a:xfrm>
            <a:off x="2466389" y="10470674"/>
            <a:ext cx="4508265" cy="1440781"/>
          </a:xfrm>
          <a:prstGeom prst="rect">
            <a:avLst/>
          </a:prstGeom>
          <a:ln w="12700"/>
        </p:spPr>
        <p:txBody>
          <a:bodyPr>
            <a:normAutofit/>
          </a:bodyPr>
          <a:lstStyle>
            <a:lvl1pPr defTabSz="887095">
              <a:lnSpc>
                <a:spcPct val="110000"/>
              </a:lnSpc>
              <a:spcBef>
                <a:spcPts val="500"/>
              </a:spcBef>
              <a:defRPr sz="2135">
                <a:solidFill>
                  <a:srgbClr val="00143C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t>첫 번째 페이지 제목을 입력하세요
두 번째 페이지 제목을 입력하세요
세 번째 페이지 제목을 입력하세요</a:t>
            </a:r>
          </a:p>
        </p:txBody>
      </p:sp>
      <p:sp>
        <p:nvSpPr>
          <p:cNvPr id="50" name="텍스트 개체 틀 22"/>
          <p:cNvSpPr>
            <a:spLocks noGrp="1"/>
          </p:cNvSpPr>
          <p:nvPr>
            <p:ph type="body" sz="quarter" idx="23" hasCustomPrompt="1"/>
          </p:nvPr>
        </p:nvSpPr>
        <p:spPr>
          <a:xfrm>
            <a:off x="8692532" y="9545919"/>
            <a:ext cx="4506041" cy="671853"/>
          </a:xfrm>
          <a:prstGeom prst="rect">
            <a:avLst/>
          </a:prstGeom>
          <a:ln w="12700"/>
        </p:spPr>
        <p:txBody>
          <a:bodyPr>
            <a:normAutofit/>
          </a:bodyPr>
          <a:lstStyle>
            <a:lvl1pPr defTabSz="914400">
              <a:defRPr spc="-200">
                <a:solidFill>
                  <a:srgbClr val="00287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t>제목을 입력하세요</a:t>
            </a:r>
          </a:p>
        </p:txBody>
      </p:sp>
      <p:pic>
        <p:nvPicPr>
          <p:cNvPr id="51" name="그림 5" descr="그림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96615" y="1459313"/>
            <a:ext cx="2913691" cy="29871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" name="TextBox 6"/>
          <p:cNvSpPr txBox="1"/>
          <p:nvPr/>
        </p:nvSpPr>
        <p:spPr>
          <a:xfrm>
            <a:off x="2195555" y="1907102"/>
            <a:ext cx="4478458" cy="665481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>
            <a:spAutoFit/>
          </a:bodyPr>
          <a:lstStyle>
            <a:lvl1pPr>
              <a:defRPr sz="3200">
                <a:solidFill>
                  <a:srgbClr val="00143C"/>
                </a:solidFill>
                <a:latin typeface="나눔스퀘어 네오 OTF Heavy"/>
                <a:ea typeface="나눔스퀘어 네오 OTF Heavy"/>
                <a:cs typeface="나눔스퀘어 네오 OTF Heavy"/>
                <a:sym typeface="나눔스퀘어 네오 OTF Heavy"/>
              </a:defRPr>
            </a:lvl1pPr>
          </a:lstStyle>
          <a:p>
            <a:r>
              <a: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TABLE OF CONTENTS</a:t>
            </a:r>
          </a:p>
        </p:txBody>
      </p:sp>
      <p:sp>
        <p:nvSpPr>
          <p:cNvPr id="53" name="직선 연결선 8"/>
          <p:cNvSpPr/>
          <p:nvPr/>
        </p:nvSpPr>
        <p:spPr>
          <a:xfrm>
            <a:off x="2654653" y="10287261"/>
            <a:ext cx="4320001" cy="1"/>
          </a:xfrm>
          <a:prstGeom prst="line">
            <a:avLst/>
          </a:prstGeom>
          <a:ln w="12700">
            <a:solidFill>
              <a:srgbClr val="002878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4" name="직선 연결선 11"/>
          <p:cNvSpPr/>
          <p:nvPr/>
        </p:nvSpPr>
        <p:spPr>
          <a:xfrm>
            <a:off x="8880795" y="10259393"/>
            <a:ext cx="4320001" cy="1"/>
          </a:xfrm>
          <a:prstGeom prst="line">
            <a:avLst/>
          </a:prstGeom>
          <a:ln w="12700">
            <a:solidFill>
              <a:srgbClr val="002878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직선 연결선 14"/>
          <p:cNvSpPr/>
          <p:nvPr/>
        </p:nvSpPr>
        <p:spPr>
          <a:xfrm>
            <a:off x="14918675" y="10287261"/>
            <a:ext cx="4320001" cy="1"/>
          </a:xfrm>
          <a:prstGeom prst="line">
            <a:avLst/>
          </a:prstGeom>
          <a:ln w="12700">
            <a:solidFill>
              <a:srgbClr val="002878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6" name="타원 17"/>
          <p:cNvSpPr/>
          <p:nvPr/>
        </p:nvSpPr>
        <p:spPr>
          <a:xfrm>
            <a:off x="17407466" y="6104466"/>
            <a:ext cx="275169" cy="275169"/>
          </a:xfrm>
          <a:prstGeom prst="ellipse">
            <a:avLst/>
          </a:prstGeom>
          <a:solidFill>
            <a:srgbClr val="A6ADD6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타원 18"/>
          <p:cNvSpPr/>
          <p:nvPr/>
        </p:nvSpPr>
        <p:spPr>
          <a:xfrm>
            <a:off x="14850922" y="1936394"/>
            <a:ext cx="159109" cy="159109"/>
          </a:xfrm>
          <a:prstGeom prst="ellipse">
            <a:avLst/>
          </a:prstGeom>
          <a:solidFill>
            <a:srgbClr val="B3C5EF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타원 19"/>
          <p:cNvSpPr/>
          <p:nvPr/>
        </p:nvSpPr>
        <p:spPr>
          <a:xfrm>
            <a:off x="10701866" y="1329265"/>
            <a:ext cx="275169" cy="275169"/>
          </a:xfrm>
          <a:prstGeom prst="ellipse">
            <a:avLst/>
          </a:prstGeom>
          <a:solidFill>
            <a:srgbClr val="A6ADD6">
              <a:alpha val="3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9" name="텍스트 개체 틀 22"/>
          <p:cNvSpPr>
            <a:spLocks noGrp="1"/>
          </p:cNvSpPr>
          <p:nvPr>
            <p:ph type="body" sz="quarter" idx="24" hasCustomPrompt="1"/>
          </p:nvPr>
        </p:nvSpPr>
        <p:spPr>
          <a:xfrm>
            <a:off x="2466387" y="9573786"/>
            <a:ext cx="4508263" cy="671853"/>
          </a:xfrm>
          <a:prstGeom prst="rect">
            <a:avLst/>
          </a:prstGeom>
          <a:ln w="12700"/>
        </p:spPr>
        <p:txBody>
          <a:bodyPr>
            <a:normAutofit/>
          </a:bodyPr>
          <a:lstStyle>
            <a:lvl1pPr defTabSz="914400">
              <a:defRPr spc="-200">
                <a:solidFill>
                  <a:srgbClr val="00287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t>제목을 입력하세요</a:t>
            </a:r>
          </a:p>
        </p:txBody>
      </p:sp>
      <p:sp>
        <p:nvSpPr>
          <p:cNvPr id="60" name="텍스트 개체 틀 22"/>
          <p:cNvSpPr>
            <a:spLocks noGrp="1"/>
          </p:cNvSpPr>
          <p:nvPr>
            <p:ph type="body" sz="quarter" idx="25" hasCustomPrompt="1"/>
          </p:nvPr>
        </p:nvSpPr>
        <p:spPr>
          <a:xfrm>
            <a:off x="14730410" y="9573786"/>
            <a:ext cx="4506042" cy="671853"/>
          </a:xfrm>
          <a:prstGeom prst="rect">
            <a:avLst/>
          </a:prstGeom>
          <a:ln w="12700"/>
        </p:spPr>
        <p:txBody>
          <a:bodyPr>
            <a:normAutofit/>
          </a:bodyPr>
          <a:lstStyle>
            <a:lvl1pPr defTabSz="914400">
              <a:defRPr spc="-200">
                <a:solidFill>
                  <a:srgbClr val="00287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t>제목을 입력하세요</a:t>
            </a:r>
          </a:p>
        </p:txBody>
      </p:sp>
      <p:sp>
        <p:nvSpPr>
          <p:cNvPr id="6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6154400" y="12344400"/>
            <a:ext cx="4267200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간지">
    <p:bg>
      <p:bgPr>
        <a:solidFill>
          <a:srgbClr val="001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그래픽 5" descr="그래픽 5"/>
          <p:cNvPicPr>
            <a:picLocks noChangeAspect="1"/>
          </p:cNvPicPr>
          <p:nvPr/>
        </p:nvPicPr>
        <p:blipFill>
          <a:blip r:embed="rId2" cstate="print"/>
          <a:srcRect l="27059" r="2368" b="10974"/>
          <a:stretch>
            <a:fillRect/>
          </a:stretch>
        </p:blipFill>
        <p:spPr>
          <a:xfrm>
            <a:off x="22685" y="3728120"/>
            <a:ext cx="24338655" cy="117804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8" name="타원 6"/>
          <p:cNvSpPr/>
          <p:nvPr/>
        </p:nvSpPr>
        <p:spPr>
          <a:xfrm>
            <a:off x="6128084" y="6706803"/>
            <a:ext cx="399449" cy="399449"/>
          </a:xfrm>
          <a:prstGeom prst="ellipse">
            <a:avLst/>
          </a:prstGeom>
          <a:solidFill>
            <a:srgbClr val="002878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9" name="간지 내용을 입력하세요"/>
          <p:cNvSpPr txBox="1">
            <a:spLocks noGrp="1"/>
          </p:cNvSpPr>
          <p:nvPr>
            <p:ph type="title" hasCustomPrompt="1"/>
          </p:nvPr>
        </p:nvSpPr>
        <p:spPr>
          <a:xfrm>
            <a:off x="4305300" y="6138129"/>
            <a:ext cx="15773400" cy="742256"/>
          </a:xfrm>
          <a:prstGeom prst="rect">
            <a:avLst/>
          </a:prstGeom>
        </p:spPr>
        <p:txBody>
          <a:bodyPr anchor="b"/>
          <a:lstStyle>
            <a:lvl1pPr defTabSz="1828800">
              <a:defRPr sz="4000" spc="-200">
                <a:solidFill>
                  <a:srgbClr val="FFFFFF"/>
                </a:solidFill>
              </a:defRPr>
            </a:lvl1pPr>
          </a:lstStyle>
          <a:p>
            <a:r>
              <a:t>간지 내용을 입력하세요</a:t>
            </a:r>
          </a:p>
        </p:txBody>
      </p:sp>
      <p:sp>
        <p:nvSpPr>
          <p:cNvPr id="110" name="타원 7"/>
          <p:cNvSpPr/>
          <p:nvPr/>
        </p:nvSpPr>
        <p:spPr>
          <a:xfrm>
            <a:off x="16674162" y="9134508"/>
            <a:ext cx="632061" cy="632061"/>
          </a:xfrm>
          <a:prstGeom prst="ellipse">
            <a:avLst/>
          </a:prstGeom>
          <a:solidFill>
            <a:srgbClr val="183474">
              <a:alpha val="80000"/>
            </a:srgbClr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타원 8"/>
          <p:cNvSpPr/>
          <p:nvPr/>
        </p:nvSpPr>
        <p:spPr>
          <a:xfrm>
            <a:off x="4719585" y="10541399"/>
            <a:ext cx="190901" cy="190901"/>
          </a:xfrm>
          <a:prstGeom prst="ellipse">
            <a:avLst/>
          </a:prstGeom>
          <a:solidFill>
            <a:srgbClr val="002878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2" name="그림 10" descr="그림 10"/>
          <p:cNvPicPr>
            <a:picLocks noChangeAspect="1"/>
          </p:cNvPicPr>
          <p:nvPr/>
        </p:nvPicPr>
        <p:blipFill>
          <a:blip r:embed="rId3" cstate="print">
            <a:alphaModFix amt="70000"/>
          </a:blip>
          <a:stretch>
            <a:fillRect/>
          </a:stretch>
        </p:blipFill>
        <p:spPr>
          <a:xfrm>
            <a:off x="11236959" y="5701481"/>
            <a:ext cx="1910081" cy="1958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3409986" y="13040015"/>
            <a:ext cx="393349" cy="398781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직선 연결선[R] 17"/>
          <p:cNvSpPr/>
          <p:nvPr userDrawn="1"/>
        </p:nvSpPr>
        <p:spPr>
          <a:xfrm>
            <a:off x="794308" y="1121900"/>
            <a:ext cx="22749316" cy="1"/>
          </a:xfrm>
          <a:prstGeom prst="line">
            <a:avLst/>
          </a:prstGeom>
          <a:ln w="12700">
            <a:solidFill>
              <a:srgbClr val="00143C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/>
          </a:lstStyle>
          <a:p>
            <a:endParaRPr/>
          </a:p>
        </p:txBody>
      </p:sp>
      <p:pic>
        <p:nvPicPr>
          <p:cNvPr id="14347" name="Picture 24" descr="TUVR_L1_P300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961100" y="12363450"/>
            <a:ext cx="4417695" cy="788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blue">
    <p:bg>
      <p:bgPr>
        <a:solidFill>
          <a:srgbClr val="002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제목을 입력하세요"/>
          <p:cNvSpPr txBox="1">
            <a:spLocks noGrp="1"/>
          </p:cNvSpPr>
          <p:nvPr>
            <p:ph type="title" hasCustomPrompt="1"/>
          </p:nvPr>
        </p:nvSpPr>
        <p:spPr>
          <a:xfrm>
            <a:off x="752243" y="418611"/>
            <a:ext cx="14366333" cy="519248"/>
          </a:xfrm>
          <a:prstGeom prst="rect">
            <a:avLst/>
          </a:prstGeom>
        </p:spPr>
        <p:txBody>
          <a:bodyPr/>
          <a:lstStyle>
            <a:lvl1pPr algn="l" defTabSz="1828800">
              <a:defRPr sz="2400" spc="0">
                <a:solidFill>
                  <a:srgbClr val="FFFFFF"/>
                </a:solidFill>
              </a:defRPr>
            </a:lvl1pPr>
          </a:lstStyle>
          <a:p>
            <a:r>
              <a:t>제목을 입력하세요</a:t>
            </a:r>
          </a:p>
        </p:txBody>
      </p:sp>
      <p:pic>
        <p:nvPicPr>
          <p:cNvPr id="141" name="그림 5" descr="그림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598869" y="582330"/>
            <a:ext cx="1870915" cy="191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2" name="직선 연결선[R] 17"/>
          <p:cNvSpPr/>
          <p:nvPr/>
        </p:nvSpPr>
        <p:spPr>
          <a:xfrm>
            <a:off x="875302" y="1121900"/>
            <a:ext cx="22633396" cy="1"/>
          </a:xfrm>
          <a:prstGeom prst="line">
            <a:avLst/>
          </a:prstGeom>
          <a:ln w="12700">
            <a:solidFill>
              <a:srgbClr val="FFFFFF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오른쪽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직사각형 2"/>
          <p:cNvSpPr/>
          <p:nvPr/>
        </p:nvSpPr>
        <p:spPr>
          <a:xfrm>
            <a:off x="19006765" y="0"/>
            <a:ext cx="5364299" cy="13716000"/>
          </a:xfrm>
          <a:prstGeom prst="rect">
            <a:avLst/>
          </a:prstGeom>
          <a:solidFill>
            <a:srgbClr val="F0F0F2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1" name="제목을 입력하세요"/>
          <p:cNvSpPr txBox="1">
            <a:spLocks noGrp="1"/>
          </p:cNvSpPr>
          <p:nvPr>
            <p:ph type="title" hasCustomPrompt="1"/>
          </p:nvPr>
        </p:nvSpPr>
        <p:spPr>
          <a:xfrm>
            <a:off x="807978" y="340056"/>
            <a:ext cx="11685938" cy="519247"/>
          </a:xfrm>
          <a:prstGeom prst="rect">
            <a:avLst/>
          </a:prstGeom>
        </p:spPr>
        <p:txBody>
          <a:bodyPr/>
          <a:lstStyle>
            <a:lvl1pPr algn="l" defTabSz="1828800">
              <a:defRPr sz="2400" spc="0"/>
            </a:lvl1pPr>
          </a:lstStyle>
          <a:p>
            <a:r>
              <a:t>제목을 입력하세요</a:t>
            </a:r>
          </a:p>
        </p:txBody>
      </p:sp>
      <p:sp>
        <p:nvSpPr>
          <p:cNvPr id="163" name="직선 연결선[R] 17"/>
          <p:cNvSpPr/>
          <p:nvPr/>
        </p:nvSpPr>
        <p:spPr>
          <a:xfrm>
            <a:off x="925541" y="1032251"/>
            <a:ext cx="13662508" cy="1"/>
          </a:xfrm>
          <a:prstGeom prst="line">
            <a:avLst/>
          </a:prstGeom>
          <a:ln w="12700">
            <a:solidFill>
              <a:srgbClr val="00143C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오른쪽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직사각형 2"/>
          <p:cNvSpPr/>
          <p:nvPr/>
        </p:nvSpPr>
        <p:spPr>
          <a:xfrm>
            <a:off x="19037100" y="-1"/>
            <a:ext cx="5364299" cy="13716001"/>
          </a:xfrm>
          <a:prstGeom prst="rect">
            <a:avLst/>
          </a:prstGeom>
          <a:solidFill>
            <a:srgbClr val="002878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72" name="그림 4" descr="그림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849674" y="582330"/>
            <a:ext cx="1870915" cy="1918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3" name="직선 연결선[R] 17"/>
          <p:cNvSpPr/>
          <p:nvPr/>
        </p:nvSpPr>
        <p:spPr>
          <a:xfrm>
            <a:off x="925541" y="1032251"/>
            <a:ext cx="13662508" cy="1"/>
          </a:xfrm>
          <a:prstGeom prst="line">
            <a:avLst/>
          </a:prstGeom>
          <a:ln w="12700">
            <a:solidFill>
              <a:srgbClr val="00143C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4" name="제목을 입력하세요"/>
          <p:cNvSpPr txBox="1"/>
          <p:nvPr/>
        </p:nvSpPr>
        <p:spPr>
          <a:xfrm>
            <a:off x="807978" y="340056"/>
            <a:ext cx="11685938" cy="51924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defTabSz="1627505">
              <a:lnSpc>
                <a:spcPct val="90000"/>
              </a:lnSpc>
              <a:defRPr sz="2135">
                <a:solidFill>
                  <a:srgbClr val="00143C"/>
                </a:solidFill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1pPr>
          </a:lstStyle>
          <a:p>
            <a:r>
              <a: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제목을 입력하세요</a:t>
            </a:r>
          </a:p>
        </p:txBody>
      </p:sp>
      <p:sp>
        <p:nvSpPr>
          <p:cNvPr id="17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오른쪽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직사각형 2"/>
          <p:cNvSpPr/>
          <p:nvPr/>
        </p:nvSpPr>
        <p:spPr>
          <a:xfrm>
            <a:off x="19037100" y="0"/>
            <a:ext cx="5364299" cy="13716001"/>
          </a:xfrm>
          <a:prstGeom prst="rect">
            <a:avLst/>
          </a:prstGeom>
          <a:solidFill>
            <a:srgbClr val="001E5A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4" name="직선 연결선[R] 17"/>
          <p:cNvSpPr/>
          <p:nvPr/>
        </p:nvSpPr>
        <p:spPr>
          <a:xfrm>
            <a:off x="925541" y="1032251"/>
            <a:ext cx="13662508" cy="1"/>
          </a:xfrm>
          <a:prstGeom prst="line">
            <a:avLst/>
          </a:prstGeom>
          <a:ln w="12700">
            <a:solidFill>
              <a:srgbClr val="00143C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5" name="제목을 입력하세요"/>
          <p:cNvSpPr txBox="1"/>
          <p:nvPr/>
        </p:nvSpPr>
        <p:spPr>
          <a:xfrm>
            <a:off x="807978" y="340056"/>
            <a:ext cx="11685938" cy="51924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defTabSz="1627505">
              <a:lnSpc>
                <a:spcPct val="90000"/>
              </a:lnSpc>
              <a:defRPr sz="2135">
                <a:solidFill>
                  <a:srgbClr val="00143C"/>
                </a:solidFill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1pPr>
          </a:lstStyle>
          <a:p>
            <a:r>
              <a: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제목을 입력하세요</a:t>
            </a:r>
          </a:p>
        </p:txBody>
      </p:sp>
      <p:sp>
        <p:nvSpPr>
          <p:cNvPr id="18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하단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직사각형 5"/>
          <p:cNvSpPr/>
          <p:nvPr/>
        </p:nvSpPr>
        <p:spPr>
          <a:xfrm>
            <a:off x="58340" y="9469122"/>
            <a:ext cx="24267320" cy="4246877"/>
          </a:xfrm>
          <a:prstGeom prst="rect">
            <a:avLst/>
          </a:prstGeom>
          <a:solidFill>
            <a:srgbClr val="F0F0F2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5" name="직선 연결선[R] 17"/>
          <p:cNvSpPr/>
          <p:nvPr/>
        </p:nvSpPr>
        <p:spPr>
          <a:xfrm>
            <a:off x="925541" y="1032251"/>
            <a:ext cx="22532919" cy="1"/>
          </a:xfrm>
          <a:prstGeom prst="line">
            <a:avLst/>
          </a:prstGeom>
          <a:ln w="12700">
            <a:solidFill>
              <a:srgbClr val="00143C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6" name="제목을 입력하세요"/>
          <p:cNvSpPr txBox="1"/>
          <p:nvPr/>
        </p:nvSpPr>
        <p:spPr>
          <a:xfrm>
            <a:off x="807978" y="340056"/>
            <a:ext cx="11685938" cy="51924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defTabSz="1627505">
              <a:lnSpc>
                <a:spcPct val="90000"/>
              </a:lnSpc>
              <a:defRPr sz="2135">
                <a:solidFill>
                  <a:srgbClr val="00143C"/>
                </a:solidFill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1pPr>
          </a:lstStyle>
          <a:p>
            <a:r>
              <a: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제목을 입력하세요</a:t>
            </a:r>
          </a:p>
        </p:txBody>
      </p:sp>
      <p:sp>
        <p:nvSpPr>
          <p:cNvPr id="19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하단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직사각형 2"/>
          <p:cNvSpPr/>
          <p:nvPr/>
        </p:nvSpPr>
        <p:spPr>
          <a:xfrm>
            <a:off x="-15775" y="9469122"/>
            <a:ext cx="25216682" cy="4246877"/>
          </a:xfrm>
          <a:prstGeom prst="rect">
            <a:avLst/>
          </a:prstGeom>
          <a:solidFill>
            <a:srgbClr val="002878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6" name="직선 연결선[R] 17"/>
          <p:cNvSpPr/>
          <p:nvPr/>
        </p:nvSpPr>
        <p:spPr>
          <a:xfrm>
            <a:off x="925541" y="1032251"/>
            <a:ext cx="22532919" cy="1"/>
          </a:xfrm>
          <a:prstGeom prst="line">
            <a:avLst/>
          </a:prstGeom>
          <a:ln w="12700">
            <a:solidFill>
              <a:srgbClr val="00143C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7" name="제목을 입력하세요"/>
          <p:cNvSpPr txBox="1"/>
          <p:nvPr/>
        </p:nvSpPr>
        <p:spPr>
          <a:xfrm>
            <a:off x="807978" y="340056"/>
            <a:ext cx="11685938" cy="51924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defTabSz="1627505">
              <a:lnSpc>
                <a:spcPct val="90000"/>
              </a:lnSpc>
              <a:defRPr sz="2135">
                <a:solidFill>
                  <a:srgbClr val="00143C"/>
                </a:solidFill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1pPr>
          </a:lstStyle>
          <a:p>
            <a:r>
              <a: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제목을 입력하세요</a:t>
            </a:r>
          </a:p>
        </p:txBody>
      </p:sp>
      <p:sp>
        <p:nvSpPr>
          <p:cNvPr id="20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하단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직사각형 2"/>
          <p:cNvSpPr/>
          <p:nvPr/>
        </p:nvSpPr>
        <p:spPr>
          <a:xfrm>
            <a:off x="-29501" y="9469122"/>
            <a:ext cx="24443002" cy="4246877"/>
          </a:xfrm>
          <a:prstGeom prst="rect">
            <a:avLst/>
          </a:prstGeom>
          <a:solidFill>
            <a:srgbClr val="001E5A"/>
          </a:solidFill>
          <a:ln w="12700">
            <a:miter lim="400000"/>
          </a:ln>
        </p:spPr>
        <p:txBody>
          <a:bodyPr tIns="91439" bIns="91439" anchor="ctr"/>
          <a:lstStyle/>
          <a:p>
            <a:pPr algn="ctr">
              <a:defRPr sz="2600">
                <a:solidFill>
                  <a:srgbClr val="FFFFFF"/>
                </a:solidFill>
              </a:defRPr>
            </a:pPr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7" name="직선 연결선[R] 17"/>
          <p:cNvSpPr/>
          <p:nvPr/>
        </p:nvSpPr>
        <p:spPr>
          <a:xfrm>
            <a:off x="925541" y="1032251"/>
            <a:ext cx="22532919" cy="1"/>
          </a:xfrm>
          <a:prstGeom prst="line">
            <a:avLst/>
          </a:prstGeom>
          <a:ln w="12700">
            <a:solidFill>
              <a:srgbClr val="00143C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8" name="제목을 입력하세요"/>
          <p:cNvSpPr txBox="1"/>
          <p:nvPr/>
        </p:nvSpPr>
        <p:spPr>
          <a:xfrm>
            <a:off x="807978" y="340056"/>
            <a:ext cx="11685938" cy="51924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defTabSz="1627505">
              <a:lnSpc>
                <a:spcPct val="90000"/>
              </a:lnSpc>
              <a:defRPr sz="2135">
                <a:solidFill>
                  <a:srgbClr val="00143C"/>
                </a:solidFill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1pPr>
          </a:lstStyle>
          <a:p>
            <a:r>
              <a: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제목을 입력하세요</a:t>
            </a:r>
          </a:p>
        </p:txBody>
      </p:sp>
      <p:sp>
        <p:nvSpPr>
          <p:cNvPr id="21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내지_오른쪽 gray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선 연결선[R] 17"/>
          <p:cNvSpPr/>
          <p:nvPr userDrawn="1"/>
        </p:nvSpPr>
        <p:spPr>
          <a:xfrm>
            <a:off x="925541" y="1032251"/>
            <a:ext cx="22532919" cy="1"/>
          </a:xfrm>
          <a:prstGeom prst="line">
            <a:avLst/>
          </a:prstGeom>
          <a:ln w="12700">
            <a:solidFill>
              <a:srgbClr val="00143C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9" name="제목을 입력하세요"/>
          <p:cNvSpPr txBox="1"/>
          <p:nvPr userDrawn="1"/>
        </p:nvSpPr>
        <p:spPr>
          <a:xfrm>
            <a:off x="807978" y="340056"/>
            <a:ext cx="11685938" cy="51924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defTabSz="1627505">
              <a:lnSpc>
                <a:spcPct val="90000"/>
              </a:lnSpc>
              <a:defRPr sz="2135">
                <a:solidFill>
                  <a:srgbClr val="00143C"/>
                </a:solidFill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1pPr>
          </a:lstStyle>
          <a:p>
            <a:r>
              <a: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제목을 입력하세요</a:t>
            </a:r>
          </a:p>
        </p:txBody>
      </p:sp>
      <p:sp>
        <p:nvSpPr>
          <p:cNvPr id="23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0876453" y="13151484"/>
            <a:ext cx="393348" cy="398781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14347" name="Picture 24" descr="TUVR_L1_P300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880965" y="12258675"/>
            <a:ext cx="4384675" cy="782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그래픽 6" descr="그래픽 6"/>
          <p:cNvPicPr>
            <a:picLocks noChangeAspect="1"/>
          </p:cNvPicPr>
          <p:nvPr/>
        </p:nvPicPr>
        <p:blipFill>
          <a:blip r:embed="rId2" cstate="print"/>
          <a:srcRect l="26029" r="229"/>
          <a:stretch>
            <a:fillRect/>
          </a:stretch>
        </p:blipFill>
        <p:spPr>
          <a:xfrm>
            <a:off x="-33363" y="2056013"/>
            <a:ext cx="24450563" cy="126427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7" name="Thank You"/>
          <p:cNvSpPr txBox="1">
            <a:spLocks noGrp="1"/>
          </p:cNvSpPr>
          <p:nvPr>
            <p:ph type="title" hasCustomPrompt="1"/>
          </p:nvPr>
        </p:nvSpPr>
        <p:spPr>
          <a:xfrm>
            <a:off x="4419600" y="6319646"/>
            <a:ext cx="15544800" cy="1076707"/>
          </a:xfrm>
          <a:prstGeom prst="rect">
            <a:avLst/>
          </a:prstGeom>
        </p:spPr>
        <p:txBody>
          <a:bodyPr anchor="b"/>
          <a:lstStyle>
            <a:lvl1pPr defTabSz="1828800">
              <a:defRPr sz="6400" spc="0">
                <a:solidFill>
                  <a:srgbClr val="00287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t>Thank You</a:t>
            </a:r>
          </a:p>
        </p:txBody>
      </p:sp>
      <p:sp>
        <p:nvSpPr>
          <p:cNvPr id="27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6154400" y="12344400"/>
            <a:ext cx="4267200" cy="736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제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직선 연결선[R] 17"/>
          <p:cNvSpPr/>
          <p:nvPr/>
        </p:nvSpPr>
        <p:spPr>
          <a:xfrm>
            <a:off x="3768000" y="1121900"/>
            <a:ext cx="16848000" cy="1"/>
          </a:xfrm>
          <a:prstGeom prst="line">
            <a:avLst/>
          </a:prstGeom>
          <a:ln w="25400">
            <a:solidFill>
              <a:srgbClr val="C1C8DB"/>
            </a:solidFill>
            <a:miter/>
          </a:ln>
        </p:spPr>
        <p:txBody>
          <a:bodyPr tIns="91439" bIns="91439"/>
          <a:lstStyle/>
          <a:p>
            <a:endParaRPr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3803999" y="383779"/>
            <a:ext cx="15773401" cy="627719"/>
          </a:xfrm>
          <a:prstGeom prst="rect">
            <a:avLst/>
          </a:prstGeom>
        </p:spPr>
        <p:txBody>
          <a:bodyPr lIns="36000" tIns="36000" rIns="36000" bIns="36000"/>
          <a:lstStyle>
            <a:lvl1pPr algn="l" defTabSz="1828800">
              <a:defRPr sz="2400" spc="0"/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/>
          <p:cNvCxnSpPr/>
          <p:nvPr userDrawn="1"/>
        </p:nvCxnSpPr>
        <p:spPr>
          <a:xfrm flipH="1">
            <a:off x="752640" y="1852796"/>
            <a:ext cx="1336320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7"/>
          <p:cNvSpPr>
            <a:spLocks noChangeArrowheads="1"/>
          </p:cNvSpPr>
          <p:nvPr userDrawn="1"/>
        </p:nvSpPr>
        <p:spPr bwMode="auto">
          <a:xfrm flipH="1">
            <a:off x="19370854" y="12910942"/>
            <a:ext cx="4012356" cy="3290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rIns="0"/>
          <a:lstStyle/>
          <a:p>
            <a:pPr marL="0" marR="0" lvl="0" indent="0" algn="r" defTabSz="8497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ko-KR" sz="1301" strike="noStrike" spc="0" baseline="0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cs typeface="Malgun Gothic" panose="020B0503020000020004" charset="-127"/>
              </a:rPr>
              <a:t>Investor Relations 2023                     </a:t>
            </a:r>
            <a:r>
              <a:rPr lang="en-US" altLang="ko-KR" sz="1301" dirty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cs typeface="Malgun Gothic" panose="020B0503020000020004" charset="-127"/>
              </a:rPr>
              <a:t>.</a:t>
            </a:r>
            <a:fld id="{2BB8872E-4CE4-4DE7-BA1A-F3F28E5123FF}" type="slidenum">
              <a:rPr lang="en-US" altLang="ko-KR" sz="1301" i="0" smtClean="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  <a:cs typeface="Malgun Gothic" panose="020B0503020000020004" charset="-127"/>
              </a:rPr>
              <a:pPr marL="0" marR="0" lvl="0" indent="0" algn="r" defTabSz="84970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altLang="ko-KR" sz="1301" i="0" dirty="0">
              <a:gradFill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1"/>
              </a:gradFill>
              <a:latin typeface="宋体" panose="02010600030101010101" pitchFamily="2" charset="-122"/>
              <a:ea typeface="宋体" panose="02010600030101010101" pitchFamily="2" charset="-122"/>
              <a:cs typeface="Malgun Gothic" panose="020B0503020000020004" charset="-127"/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23011201" y="770054"/>
            <a:ext cx="0" cy="544331"/>
          </a:xfrm>
          <a:prstGeom prst="line">
            <a:avLst/>
          </a:prstGeom>
          <a:ln w="25400" cap="rnd">
            <a:solidFill>
              <a:srgbClr val="00B0F0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23189759" y="920504"/>
            <a:ext cx="0" cy="765600"/>
          </a:xfrm>
          <a:prstGeom prst="line">
            <a:avLst/>
          </a:prstGeom>
          <a:ln w="25400" cap="rnd">
            <a:solidFill>
              <a:srgbClr val="002878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627977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5" descr="그래픽 5"/>
          <p:cNvPicPr>
            <a:picLocks noChangeAspect="1"/>
          </p:cNvPicPr>
          <p:nvPr userDrawn="1"/>
        </p:nvPicPr>
        <p:blipFill>
          <a:blip r:embed="rId17" cstate="print"/>
          <a:srcRect l="26029" r="229"/>
          <a:stretch>
            <a:fillRect/>
          </a:stretch>
        </p:blipFill>
        <p:spPr>
          <a:xfrm>
            <a:off x="-114" y="2105472"/>
            <a:ext cx="24384114" cy="1260836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마스터 제목 편집"/>
          <p:cNvSpPr txBox="1">
            <a:spLocks noGrp="1"/>
          </p:cNvSpPr>
          <p:nvPr>
            <p:ph type="title"/>
          </p:nvPr>
        </p:nvSpPr>
        <p:spPr>
          <a:xfrm>
            <a:off x="5889090" y="7205240"/>
            <a:ext cx="12718477" cy="63068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/>
          <a:p>
            <a:r>
              <a:t>마스터 제목 편집</a:t>
            </a:r>
          </a:p>
        </p:txBody>
      </p:sp>
      <p:pic>
        <p:nvPicPr>
          <p:cNvPr id="14347" name="Picture 24" descr="TUVR_L1_P300"/>
          <p:cNvPicPr>
            <a:picLocks noChangeAspect="1" noChangeArrowheads="1"/>
          </p:cNvPicPr>
          <p:nvPr userDrawn="1"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880965" y="12258675"/>
            <a:ext cx="4384675" cy="782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</p:sldLayoutIdLst>
  <p:transition spd="med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200" b="0" i="0" u="none" strike="noStrike" cap="none" spc="-140" baseline="0">
          <a:solidFill>
            <a:srgbClr val="00143C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9pPr>
    </p:titleStyle>
    <p:bodyStyle>
      <a:lvl1pPr marL="0" marR="0" indent="0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1pPr>
      <a:lvl2pPr marL="335915" marR="0" indent="-335915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Pct val="100000"/>
        <a:buFontTx/>
        <a:buChar char="▪"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2pPr>
      <a:lvl3pPr marL="454660" marR="0" indent="-274955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3pPr>
      <a:lvl4pPr marL="626110" marR="0" indent="-302260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Pct val="100000"/>
        <a:buFontTx/>
        <a:buChar char="-"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4pPr>
      <a:lvl5pPr marL="732155" marR="0" indent="-335915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Pct val="100000"/>
        <a:buFontTx/>
        <a:buChar char="＊"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5pPr>
      <a:lvl6pPr marL="2641600" marR="0" indent="-355600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6pPr>
      <a:lvl7pPr marL="3098800" marR="0" indent="-355600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7pPr>
      <a:lvl8pPr marL="3556000" marR="0" indent="-355600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8pPr>
      <a:lvl9pPr marL="4013200" marR="0" indent="-355600" algn="l" defTabSz="1828800" rtl="0" latinLnBrk="0">
        <a:lnSpc>
          <a:spcPct val="120000"/>
        </a:lnSpc>
        <a:spcBef>
          <a:spcPts val="6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uFillTx/>
          <a:latin typeface="나눔스퀘어 네오 OTF ExtraBold"/>
          <a:ea typeface="나눔스퀘어 네오 OTF ExtraBold"/>
          <a:cs typeface="나눔스퀘어 네오 OTF ExtraBold"/>
          <a:sym typeface="나눔스퀘어 네오 OTF ExtraBold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나눔스퀘어 네오 OTF 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notesSlide" Target="../notesSlides/notesSlide1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41" Type="http://schemas.openxmlformats.org/officeDocument/2006/relationships/image" Target="../media/image9.sv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image" Target="../media/image8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제목 1"/>
          <p:cNvSpPr txBox="1">
            <a:spLocks noGrp="1"/>
          </p:cNvSpPr>
          <p:nvPr>
            <p:ph type="title"/>
          </p:nvPr>
        </p:nvSpPr>
        <p:spPr>
          <a:xfrm>
            <a:off x="5639272" y="3833664"/>
            <a:ext cx="12718477" cy="2592288"/>
          </a:xfrm>
          <a:prstGeom prst="rect">
            <a:avLst/>
          </a:prstGeom>
        </p:spPr>
        <p:txBody>
          <a:bodyPr>
            <a:noAutofit/>
          </a:bodyPr>
          <a:lstStyle>
            <a:lvl1pPr defTabSz="831850">
              <a:defRPr sz="2910" spc="-182"/>
            </a:lvl1pPr>
          </a:lstStyle>
          <a:p>
            <a:r>
              <a:rPr lang="zh-CN" altLang="en-US" sz="5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安全气囊功能安全项目</a:t>
            </a:r>
            <a:br>
              <a:rPr lang="en-US" altLang="zh-CN" sz="5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5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2025/11/16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575366" y="1097360"/>
            <a:ext cx="173993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8"/>
          <p:cNvSpPr txBox="1"/>
          <p:nvPr/>
        </p:nvSpPr>
        <p:spPr>
          <a:xfrm>
            <a:off x="0" y="213608"/>
            <a:ext cx="15571137" cy="664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17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如何实现功能安全</a:t>
            </a:r>
          </a:p>
        </p:txBody>
      </p:sp>
      <p:graphicFrame>
        <p:nvGraphicFramePr>
          <p:cNvPr id="4" name="图示 3"/>
          <p:cNvGraphicFramePr/>
          <p:nvPr/>
        </p:nvGraphicFramePr>
        <p:xfrm>
          <a:off x="4306316" y="2030300"/>
          <a:ext cx="17598929" cy="10070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 5"/>
          <p:cNvSpPr/>
          <p:nvPr/>
        </p:nvSpPr>
        <p:spPr>
          <a:xfrm>
            <a:off x="2776848" y="2316941"/>
            <a:ext cx="2223517" cy="1086784"/>
          </a:xfrm>
          <a:prstGeom prst="rect">
            <a:avLst/>
          </a:prstGeom>
          <a:noFill/>
        </p:spPr>
        <p:txBody>
          <a:bodyPr wrap="none" lIns="169938" tIns="84969" rIns="169938" bIns="84969">
            <a:spAutoFit/>
          </a:bodyPr>
          <a:lstStyle/>
          <a:p>
            <a:pPr algn="ctr"/>
            <a:r>
              <a:rPr lang="en-US" altLang="zh-CN" sz="5947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step1</a:t>
            </a:r>
            <a:endParaRPr lang="zh-CN" altLang="en-US" sz="5947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25917" y="4400547"/>
            <a:ext cx="2223517" cy="1086784"/>
          </a:xfrm>
          <a:prstGeom prst="rect">
            <a:avLst/>
          </a:prstGeom>
          <a:noFill/>
        </p:spPr>
        <p:txBody>
          <a:bodyPr wrap="none" lIns="169938" tIns="84969" rIns="169938" bIns="84969">
            <a:spAutoFit/>
          </a:bodyPr>
          <a:lstStyle/>
          <a:p>
            <a:pPr algn="ctr"/>
            <a:r>
              <a:rPr lang="en-US" altLang="zh-CN" sz="5947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step2</a:t>
            </a:r>
            <a:endParaRPr lang="zh-CN" altLang="en-US" sz="5947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8163281" y="6513753"/>
            <a:ext cx="2223517" cy="1086784"/>
          </a:xfrm>
          <a:prstGeom prst="rect">
            <a:avLst/>
          </a:prstGeom>
          <a:noFill/>
        </p:spPr>
        <p:txBody>
          <a:bodyPr wrap="none" lIns="169938" tIns="84969" rIns="169938" bIns="84969">
            <a:spAutoFit/>
          </a:bodyPr>
          <a:lstStyle/>
          <a:p>
            <a:pPr algn="ctr"/>
            <a:r>
              <a:rPr lang="en-US" altLang="zh-CN" sz="5947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step3</a:t>
            </a:r>
            <a:endParaRPr lang="zh-CN" altLang="en-US" sz="5947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930176" y="8434938"/>
            <a:ext cx="2223517" cy="1086784"/>
          </a:xfrm>
          <a:prstGeom prst="rect">
            <a:avLst/>
          </a:prstGeom>
          <a:noFill/>
        </p:spPr>
        <p:txBody>
          <a:bodyPr wrap="none" lIns="169938" tIns="84969" rIns="169938" bIns="84969">
            <a:spAutoFit/>
          </a:bodyPr>
          <a:lstStyle/>
          <a:p>
            <a:pPr algn="ctr"/>
            <a:r>
              <a:rPr lang="en-US" altLang="zh-CN" sz="5947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step4</a:t>
            </a:r>
            <a:endParaRPr lang="zh-CN" altLang="en-US" sz="5947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670340" y="10458497"/>
            <a:ext cx="2223517" cy="1086784"/>
          </a:xfrm>
          <a:prstGeom prst="rect">
            <a:avLst/>
          </a:prstGeom>
          <a:noFill/>
        </p:spPr>
        <p:txBody>
          <a:bodyPr wrap="none" lIns="169938" tIns="84969" rIns="169938" bIns="84969">
            <a:spAutoFit/>
          </a:bodyPr>
          <a:lstStyle/>
          <a:p>
            <a:pPr algn="ctr"/>
            <a:r>
              <a:rPr lang="en-US" altLang="zh-CN" sz="5947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step5</a:t>
            </a:r>
            <a:endParaRPr lang="zh-CN" altLang="en-US" sz="5947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605087" y="1327143"/>
            <a:ext cx="173993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8"/>
          <p:cNvSpPr txBox="1"/>
          <p:nvPr/>
        </p:nvSpPr>
        <p:spPr>
          <a:xfrm>
            <a:off x="605089" y="415032"/>
            <a:ext cx="15571137" cy="664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17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功能安全咨询认证服务介绍</a:t>
            </a:r>
          </a:p>
        </p:txBody>
      </p:sp>
      <p:sp>
        <p:nvSpPr>
          <p:cNvPr id="44" name="文本框 101"/>
          <p:cNvSpPr txBox="1"/>
          <p:nvPr>
            <p:custDataLst>
              <p:tags r:id="rId1"/>
            </p:custDataLst>
          </p:nvPr>
        </p:nvSpPr>
        <p:spPr>
          <a:xfrm>
            <a:off x="2902968" y="1714543"/>
            <a:ext cx="6373854" cy="4425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>
              <a:lnSpc>
                <a:spcPct val="114000"/>
              </a:lnSpc>
            </a:pPr>
            <a:r>
              <a:rPr lang="zh-CN" altLang="en-US" sz="2974" b="1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咨询认证服务类别及内容概述</a:t>
            </a:r>
            <a:endParaRPr lang="en-US" altLang="zh-CN" sz="2974" b="1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14000"/>
              </a:lnSpc>
            </a:pPr>
            <a:endParaRPr lang="zh-CN" altLang="en-US" sz="6691" b="1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18"/>
          <p:cNvSpPr txBox="1"/>
          <p:nvPr/>
        </p:nvSpPr>
        <p:spPr>
          <a:xfrm>
            <a:off x="2902968" y="2850355"/>
            <a:ext cx="17799626" cy="834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>
              <a:lnSpc>
                <a:spcPct val="114000"/>
              </a:lnSpc>
            </a:pPr>
            <a:r>
              <a:rPr lang="zh-CN" altLang="en-US" b="1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知识培训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介绍基于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IEC 61508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（全领域）、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ISO 26262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（汽车领域）等代表性标准的功能安全方法和流程；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对功能安全工程师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架构师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经理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高管等人员进行培训和指导；</a:t>
            </a:r>
            <a:endParaRPr lang="zh-CN" altLang="en-US" sz="2602" spc="-93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0">
              <a:lnSpc>
                <a:spcPct val="114000"/>
              </a:lnSpc>
            </a:pPr>
            <a:r>
              <a:rPr lang="zh-CN" altLang="en-US" b="1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开发咨询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整车量化安全开发技术咨询；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安全架构设计及量化安全需求开发技术咨询；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安全分析和软硬件基础安全需求开发技术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咨询；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故障注入测试技术咨询；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功能安全台架测试技术咨询；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功能安全整车测试和评估技术咨询；</a:t>
            </a:r>
            <a:endParaRPr sz="2602" spc="-93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功能安全管理活动咨询；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功能安全文化与流程建设咨询；</a:t>
            </a:r>
          </a:p>
          <a:p>
            <a:pPr eaLnBrk="0">
              <a:lnSpc>
                <a:spcPct val="114000"/>
              </a:lnSpc>
            </a:pPr>
            <a:r>
              <a:rPr lang="zh-CN" altLang="en-US" b="1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专项评估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差距分析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预审核；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供应商安全评估，包括流程和交付物的审核；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功能安全相关岗位人员能力评估；</a:t>
            </a: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zh-CN" altLang="en-US" sz="2602" spc="-93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226" name="그래픽 3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3527482" y="5798379"/>
            <a:ext cx="3407020" cy="3128511"/>
          </a:xfrm>
          <a:prstGeom prst="rect">
            <a:avLst/>
          </a:prstGeom>
        </p:spPr>
      </p:pic>
      <p:sp>
        <p:nvSpPr>
          <p:cNvPr id="227" name="文本框 19"/>
          <p:cNvSpPr txBox="1"/>
          <p:nvPr>
            <p:custDataLst>
              <p:tags r:id="rId3"/>
            </p:custDataLst>
          </p:nvPr>
        </p:nvSpPr>
        <p:spPr>
          <a:xfrm>
            <a:off x="13087295" y="9509872"/>
            <a:ext cx="1207268" cy="27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14000"/>
              </a:lnSpc>
            </a:pPr>
            <a:r>
              <a:rPr lang="zh-CN" altLang="en-US" sz="1115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功能安全管理</a:t>
            </a:r>
          </a:p>
        </p:txBody>
      </p:sp>
      <p:sp>
        <p:nvSpPr>
          <p:cNvPr id="228" name="矩形 227"/>
          <p:cNvSpPr/>
          <p:nvPr>
            <p:custDataLst>
              <p:tags r:id="rId4"/>
            </p:custDataLst>
          </p:nvPr>
        </p:nvSpPr>
        <p:spPr>
          <a:xfrm>
            <a:off x="14157668" y="9565336"/>
            <a:ext cx="94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配置管理</a:t>
            </a:r>
          </a:p>
        </p:txBody>
      </p:sp>
      <p:sp>
        <p:nvSpPr>
          <p:cNvPr id="229" name="矩形 228"/>
          <p:cNvSpPr/>
          <p:nvPr>
            <p:custDataLst>
              <p:tags r:id="rId5"/>
            </p:custDataLst>
          </p:nvPr>
        </p:nvSpPr>
        <p:spPr>
          <a:xfrm>
            <a:off x="15144254" y="9565336"/>
            <a:ext cx="94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变更管理</a:t>
            </a:r>
          </a:p>
        </p:txBody>
      </p:sp>
      <p:sp>
        <p:nvSpPr>
          <p:cNvPr id="230" name="矩形 229"/>
          <p:cNvSpPr/>
          <p:nvPr>
            <p:custDataLst>
              <p:tags r:id="rId6"/>
            </p:custDataLst>
          </p:nvPr>
        </p:nvSpPr>
        <p:spPr>
          <a:xfrm>
            <a:off x="16108414" y="9565336"/>
            <a:ext cx="94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文档管理</a:t>
            </a:r>
          </a:p>
        </p:txBody>
      </p:sp>
      <p:sp>
        <p:nvSpPr>
          <p:cNvPr id="231" name="矩形 230"/>
          <p:cNvSpPr/>
          <p:nvPr>
            <p:custDataLst>
              <p:tags r:id="rId7"/>
            </p:custDataLst>
          </p:nvPr>
        </p:nvSpPr>
        <p:spPr>
          <a:xfrm>
            <a:off x="17097358" y="9565336"/>
            <a:ext cx="94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知识管理</a:t>
            </a:r>
          </a:p>
        </p:txBody>
      </p:sp>
      <p:sp>
        <p:nvSpPr>
          <p:cNvPr id="232" name="文本框 71"/>
          <p:cNvSpPr txBox="1"/>
          <p:nvPr>
            <p:custDataLst>
              <p:tags r:id="rId8"/>
            </p:custDataLst>
          </p:nvPr>
        </p:nvSpPr>
        <p:spPr>
          <a:xfrm>
            <a:off x="12979905" y="9826143"/>
            <a:ext cx="1314659" cy="27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14000"/>
              </a:lnSpc>
            </a:pPr>
            <a:r>
              <a:rPr lang="zh-CN" altLang="en-US" sz="1115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文化与流程建设</a:t>
            </a:r>
          </a:p>
        </p:txBody>
      </p:sp>
      <p:sp>
        <p:nvSpPr>
          <p:cNvPr id="233" name="矩形 232"/>
          <p:cNvSpPr/>
          <p:nvPr>
            <p:custDataLst>
              <p:tags r:id="rId9"/>
            </p:custDataLst>
          </p:nvPr>
        </p:nvSpPr>
        <p:spPr>
          <a:xfrm>
            <a:off x="14157668" y="9922915"/>
            <a:ext cx="94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规章制度</a:t>
            </a:r>
          </a:p>
        </p:txBody>
      </p:sp>
      <p:sp>
        <p:nvSpPr>
          <p:cNvPr id="234" name="矩形 233"/>
          <p:cNvSpPr/>
          <p:nvPr>
            <p:custDataLst>
              <p:tags r:id="rId10"/>
            </p:custDataLst>
          </p:nvPr>
        </p:nvSpPr>
        <p:spPr>
          <a:xfrm>
            <a:off x="15144254" y="9922915"/>
            <a:ext cx="94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组织架构</a:t>
            </a:r>
          </a:p>
        </p:txBody>
      </p:sp>
      <p:sp>
        <p:nvSpPr>
          <p:cNvPr id="235" name="矩形 234"/>
          <p:cNvSpPr/>
          <p:nvPr>
            <p:custDataLst>
              <p:tags r:id="rId11"/>
            </p:custDataLst>
          </p:nvPr>
        </p:nvSpPr>
        <p:spPr>
          <a:xfrm>
            <a:off x="16108414" y="9922915"/>
            <a:ext cx="94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岗位职责</a:t>
            </a:r>
          </a:p>
        </p:txBody>
      </p:sp>
      <p:sp>
        <p:nvSpPr>
          <p:cNvPr id="236" name="文本框 77"/>
          <p:cNvSpPr txBox="1"/>
          <p:nvPr>
            <p:custDataLst>
              <p:tags r:id="rId12"/>
            </p:custDataLst>
          </p:nvPr>
        </p:nvSpPr>
        <p:spPr>
          <a:xfrm>
            <a:off x="13454314" y="5755895"/>
            <a:ext cx="1207268" cy="27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14000"/>
              </a:lnSpc>
            </a:pPr>
            <a:r>
              <a:rPr lang="zh-CN" altLang="en-US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概念阶段</a:t>
            </a:r>
          </a:p>
        </p:txBody>
      </p:sp>
      <p:sp>
        <p:nvSpPr>
          <p:cNvPr id="237" name="矩形 236"/>
          <p:cNvSpPr/>
          <p:nvPr>
            <p:custDataLst>
              <p:tags r:id="rId13"/>
            </p:custDataLst>
          </p:nvPr>
        </p:nvSpPr>
        <p:spPr>
          <a:xfrm>
            <a:off x="13081394" y="6081609"/>
            <a:ext cx="2643479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系统需求（法律标准、利益相关方）</a:t>
            </a:r>
          </a:p>
        </p:txBody>
      </p:sp>
      <p:sp>
        <p:nvSpPr>
          <p:cNvPr id="238" name="矩形 237"/>
          <p:cNvSpPr/>
          <p:nvPr>
            <p:custDataLst>
              <p:tags r:id="rId14"/>
            </p:custDataLst>
          </p:nvPr>
        </p:nvSpPr>
        <p:spPr>
          <a:xfrm>
            <a:off x="13081394" y="6349497"/>
            <a:ext cx="2643479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系统运行域（文化、市场、自然环节）</a:t>
            </a:r>
          </a:p>
        </p:txBody>
      </p:sp>
      <p:sp>
        <p:nvSpPr>
          <p:cNvPr id="239" name="矩形 238"/>
          <p:cNvSpPr/>
          <p:nvPr>
            <p:custDataLst>
              <p:tags r:id="rId15"/>
            </p:custDataLst>
          </p:nvPr>
        </p:nvSpPr>
        <p:spPr>
          <a:xfrm>
            <a:off x="13082574" y="6617386"/>
            <a:ext cx="2643479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系统功能安全需求（</a:t>
            </a:r>
            <a:r>
              <a:rPr lang="en-US" altLang="zh-CN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SG/FSR/TSR</a:t>
            </a:r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</a:p>
        </p:txBody>
      </p:sp>
      <p:sp>
        <p:nvSpPr>
          <p:cNvPr id="240" name="文本框 81"/>
          <p:cNvSpPr txBox="1"/>
          <p:nvPr>
            <p:custDataLst>
              <p:tags r:id="rId16"/>
            </p:custDataLst>
          </p:nvPr>
        </p:nvSpPr>
        <p:spPr>
          <a:xfrm>
            <a:off x="13797732" y="6885274"/>
            <a:ext cx="1207268" cy="27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14000"/>
              </a:lnSpc>
            </a:pPr>
            <a:r>
              <a:rPr lang="zh-CN" altLang="en-US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系统设计阶段</a:t>
            </a:r>
          </a:p>
        </p:txBody>
      </p:sp>
      <p:sp>
        <p:nvSpPr>
          <p:cNvPr id="241" name="矩形 240"/>
          <p:cNvSpPr/>
          <p:nvPr>
            <p:custDataLst>
              <p:tags r:id="rId17"/>
            </p:custDataLst>
          </p:nvPr>
        </p:nvSpPr>
        <p:spPr>
          <a:xfrm>
            <a:off x="13083754" y="7228690"/>
            <a:ext cx="1838634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功能分配及需求分解</a:t>
            </a:r>
          </a:p>
        </p:txBody>
      </p:sp>
      <p:sp>
        <p:nvSpPr>
          <p:cNvPr id="242" name="矩形 241"/>
          <p:cNvSpPr/>
          <p:nvPr>
            <p:custDataLst>
              <p:tags r:id="rId18"/>
            </p:custDataLst>
          </p:nvPr>
        </p:nvSpPr>
        <p:spPr>
          <a:xfrm>
            <a:off x="13083754" y="7496579"/>
            <a:ext cx="1838634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接口定义</a:t>
            </a:r>
          </a:p>
        </p:txBody>
      </p:sp>
      <p:sp>
        <p:nvSpPr>
          <p:cNvPr id="243" name="矩形 242"/>
          <p:cNvSpPr/>
          <p:nvPr>
            <p:custDataLst>
              <p:tags r:id="rId19"/>
            </p:custDataLst>
          </p:nvPr>
        </p:nvSpPr>
        <p:spPr>
          <a:xfrm>
            <a:off x="15775619" y="7496579"/>
            <a:ext cx="188820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系统集成</a:t>
            </a:r>
          </a:p>
        </p:txBody>
      </p:sp>
      <p:sp>
        <p:nvSpPr>
          <p:cNvPr id="244" name="矩形 243"/>
          <p:cNvSpPr/>
          <p:nvPr>
            <p:custDataLst>
              <p:tags r:id="rId20"/>
            </p:custDataLst>
          </p:nvPr>
        </p:nvSpPr>
        <p:spPr>
          <a:xfrm>
            <a:off x="15775622" y="7228690"/>
            <a:ext cx="189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功能安全测试</a:t>
            </a:r>
          </a:p>
        </p:txBody>
      </p:sp>
      <p:sp>
        <p:nvSpPr>
          <p:cNvPr id="245" name="矩形 244"/>
          <p:cNvSpPr/>
          <p:nvPr>
            <p:custDataLst>
              <p:tags r:id="rId21"/>
            </p:custDataLst>
          </p:nvPr>
        </p:nvSpPr>
        <p:spPr>
          <a:xfrm>
            <a:off x="15777982" y="6694094"/>
            <a:ext cx="188938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系统集成功能安全评估</a:t>
            </a:r>
          </a:p>
        </p:txBody>
      </p:sp>
      <p:sp>
        <p:nvSpPr>
          <p:cNvPr id="246" name="文本框 91"/>
          <p:cNvSpPr txBox="1"/>
          <p:nvPr>
            <p:custDataLst>
              <p:tags r:id="rId22"/>
            </p:custDataLst>
          </p:nvPr>
        </p:nvSpPr>
        <p:spPr>
          <a:xfrm>
            <a:off x="14024314" y="7821112"/>
            <a:ext cx="1207268" cy="46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14000"/>
              </a:lnSpc>
            </a:pPr>
            <a:r>
              <a:rPr lang="zh-CN" altLang="en-US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lang="en-US" altLang="zh-CN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硬件单元设计阶段</a:t>
            </a:r>
          </a:p>
        </p:txBody>
      </p:sp>
      <p:sp>
        <p:nvSpPr>
          <p:cNvPr id="247" name="文本框 92"/>
          <p:cNvSpPr txBox="1"/>
          <p:nvPr>
            <p:custDataLst>
              <p:tags r:id="rId23"/>
            </p:custDataLst>
          </p:nvPr>
        </p:nvSpPr>
        <p:spPr>
          <a:xfrm>
            <a:off x="15461708" y="6864034"/>
            <a:ext cx="1207268" cy="273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14000"/>
              </a:lnSpc>
            </a:pPr>
            <a:r>
              <a:rPr lang="zh-CN" altLang="en-US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系统集成阶段</a:t>
            </a:r>
          </a:p>
        </p:txBody>
      </p:sp>
      <p:sp>
        <p:nvSpPr>
          <p:cNvPr id="248" name="矩形 247"/>
          <p:cNvSpPr/>
          <p:nvPr>
            <p:custDataLst>
              <p:tags r:id="rId24"/>
            </p:custDataLst>
          </p:nvPr>
        </p:nvSpPr>
        <p:spPr>
          <a:xfrm>
            <a:off x="13083757" y="8355708"/>
            <a:ext cx="1858696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lang="en-US" altLang="zh-CN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硬件功能安全需求</a:t>
            </a:r>
          </a:p>
        </p:txBody>
      </p:sp>
      <p:sp>
        <p:nvSpPr>
          <p:cNvPr id="249" name="矩形 248"/>
          <p:cNvSpPr/>
          <p:nvPr>
            <p:custDataLst>
              <p:tags r:id="rId25"/>
            </p:custDataLst>
          </p:nvPr>
        </p:nvSpPr>
        <p:spPr>
          <a:xfrm>
            <a:off x="13083757" y="8623596"/>
            <a:ext cx="1858696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lang="en-US" altLang="zh-CN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硬件功能安全分析</a:t>
            </a:r>
          </a:p>
        </p:txBody>
      </p:sp>
      <p:sp>
        <p:nvSpPr>
          <p:cNvPr id="250" name="矩形 249"/>
          <p:cNvSpPr/>
          <p:nvPr>
            <p:custDataLst>
              <p:tags r:id="rId26"/>
            </p:custDataLst>
          </p:nvPr>
        </p:nvSpPr>
        <p:spPr>
          <a:xfrm>
            <a:off x="13083757" y="8859623"/>
            <a:ext cx="1858696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lang="en-US" altLang="zh-CN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硬件技术安全分析</a:t>
            </a:r>
          </a:p>
        </p:txBody>
      </p:sp>
      <p:sp>
        <p:nvSpPr>
          <p:cNvPr id="251" name="矩形 250"/>
          <p:cNvSpPr/>
          <p:nvPr>
            <p:custDataLst>
              <p:tags r:id="rId27"/>
            </p:custDataLst>
          </p:nvPr>
        </p:nvSpPr>
        <p:spPr>
          <a:xfrm>
            <a:off x="13083757" y="9095648"/>
            <a:ext cx="1858696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lang="en-US" altLang="zh-CN" sz="11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硬件技术安全措施</a:t>
            </a:r>
          </a:p>
        </p:txBody>
      </p:sp>
      <p:sp>
        <p:nvSpPr>
          <p:cNvPr id="252" name="文本框 97"/>
          <p:cNvSpPr txBox="1"/>
          <p:nvPr>
            <p:custDataLst>
              <p:tags r:id="rId28"/>
            </p:custDataLst>
          </p:nvPr>
        </p:nvSpPr>
        <p:spPr>
          <a:xfrm>
            <a:off x="15146615" y="8031174"/>
            <a:ext cx="1207268" cy="46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14000"/>
              </a:lnSpc>
            </a:pPr>
            <a:r>
              <a:rPr lang="zh-CN" altLang="en-US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lang="en-US" altLang="zh-CN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硬件单元测试阶段</a:t>
            </a:r>
          </a:p>
        </p:txBody>
      </p:sp>
      <p:sp>
        <p:nvSpPr>
          <p:cNvPr id="253" name="矩形 252"/>
          <p:cNvSpPr/>
          <p:nvPr>
            <p:custDataLst>
              <p:tags r:id="rId29"/>
            </p:custDataLst>
          </p:nvPr>
        </p:nvSpPr>
        <p:spPr>
          <a:xfrm>
            <a:off x="15403882" y="8591734"/>
            <a:ext cx="2259939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lang="en-US" altLang="zh-CN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硬件功能安全测试与验证</a:t>
            </a:r>
          </a:p>
        </p:txBody>
      </p:sp>
      <p:sp>
        <p:nvSpPr>
          <p:cNvPr id="254" name="矩形 253"/>
          <p:cNvSpPr/>
          <p:nvPr>
            <p:custDataLst>
              <p:tags r:id="rId30"/>
            </p:custDataLst>
          </p:nvPr>
        </p:nvSpPr>
        <p:spPr>
          <a:xfrm>
            <a:off x="15775622" y="7764467"/>
            <a:ext cx="1891740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软件</a:t>
            </a:r>
            <a:r>
              <a:rPr lang="en-US" altLang="zh-CN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硬件功能安全评估</a:t>
            </a:r>
          </a:p>
        </p:txBody>
      </p:sp>
      <p:sp>
        <p:nvSpPr>
          <p:cNvPr id="255" name="文本框 102"/>
          <p:cNvSpPr txBox="1"/>
          <p:nvPr>
            <p:custDataLst>
              <p:tags r:id="rId31"/>
            </p:custDataLst>
          </p:nvPr>
        </p:nvSpPr>
        <p:spPr>
          <a:xfrm>
            <a:off x="15736677" y="5944714"/>
            <a:ext cx="1160063" cy="46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14000"/>
              </a:lnSpc>
            </a:pPr>
            <a:r>
              <a:rPr lang="zh-CN" altLang="en-US" sz="1115" spc="-93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产品生产与交付、运行阶段</a:t>
            </a:r>
          </a:p>
        </p:txBody>
      </p:sp>
      <p:sp>
        <p:nvSpPr>
          <p:cNvPr id="256" name="矩形 255"/>
          <p:cNvSpPr/>
          <p:nvPr>
            <p:custDataLst>
              <p:tags r:id="rId32"/>
            </p:custDataLst>
          </p:nvPr>
        </p:nvSpPr>
        <p:spPr>
          <a:xfrm>
            <a:off x="16172141" y="6426204"/>
            <a:ext cx="1491678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功能安全生产需求</a:t>
            </a:r>
          </a:p>
        </p:txBody>
      </p:sp>
      <p:sp>
        <p:nvSpPr>
          <p:cNvPr id="257" name="矩形 256"/>
          <p:cNvSpPr/>
          <p:nvPr>
            <p:custDataLst>
              <p:tags r:id="rId33"/>
            </p:custDataLst>
          </p:nvPr>
        </p:nvSpPr>
        <p:spPr>
          <a:xfrm>
            <a:off x="16744501" y="5366453"/>
            <a:ext cx="1201367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相关故障诊断</a:t>
            </a:r>
          </a:p>
        </p:txBody>
      </p:sp>
      <p:sp>
        <p:nvSpPr>
          <p:cNvPr id="258" name="矩形 257"/>
          <p:cNvSpPr/>
          <p:nvPr>
            <p:custDataLst>
              <p:tags r:id="rId34"/>
            </p:custDataLst>
          </p:nvPr>
        </p:nvSpPr>
        <p:spPr>
          <a:xfrm>
            <a:off x="16740962" y="5098565"/>
            <a:ext cx="1204907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风险实时防护</a:t>
            </a:r>
          </a:p>
        </p:txBody>
      </p:sp>
      <p:sp>
        <p:nvSpPr>
          <p:cNvPr id="259" name="矩形 258"/>
          <p:cNvSpPr/>
          <p:nvPr>
            <p:custDataLst>
              <p:tags r:id="rId35"/>
            </p:custDataLst>
          </p:nvPr>
        </p:nvSpPr>
        <p:spPr>
          <a:xfrm>
            <a:off x="16744503" y="5902230"/>
            <a:ext cx="1491678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产品功能安全评估</a:t>
            </a:r>
          </a:p>
        </p:txBody>
      </p:sp>
      <p:sp>
        <p:nvSpPr>
          <p:cNvPr id="260" name="矩形 259"/>
          <p:cNvSpPr/>
          <p:nvPr>
            <p:custDataLst>
              <p:tags r:id="rId36"/>
            </p:custDataLst>
          </p:nvPr>
        </p:nvSpPr>
        <p:spPr>
          <a:xfrm>
            <a:off x="16744504" y="6158315"/>
            <a:ext cx="1863417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生产过程功能安全评估</a:t>
            </a:r>
          </a:p>
        </p:txBody>
      </p:sp>
      <p:sp>
        <p:nvSpPr>
          <p:cNvPr id="261" name="矩形 260"/>
          <p:cNvSpPr/>
          <p:nvPr>
            <p:custDataLst>
              <p:tags r:id="rId37"/>
            </p:custDataLst>
          </p:nvPr>
        </p:nvSpPr>
        <p:spPr>
          <a:xfrm>
            <a:off x="16744504" y="5634342"/>
            <a:ext cx="987764" cy="267888"/>
          </a:xfrm>
          <a:prstGeom prst="rect">
            <a:avLst/>
          </a:prstGeom>
          <a:gradFill>
            <a:gsLst>
              <a:gs pos="0">
                <a:srgbClr val="3A4978"/>
              </a:gs>
              <a:gs pos="50000">
                <a:schemeClr val="accent1">
                  <a:lumMod val="95000"/>
                  <a:lumOff val="5000"/>
                </a:schemeClr>
              </a:gs>
              <a:gs pos="100000">
                <a:srgbClr val="8CA9E8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15">
                <a:latin typeface="微软雅黑" panose="020B0503020204020204" pitchFamily="34" charset="-122"/>
                <a:ea typeface="微软雅黑" panose="020B0503020204020204" pitchFamily="34" charset="-122"/>
              </a:rPr>
              <a:t>产品交付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BE718-802E-83E1-D956-3C91008E425B}"/>
              </a:ext>
            </a:extLst>
          </p:cNvPr>
          <p:cNvSpPr txBox="1">
            <a:spLocks/>
          </p:cNvSpPr>
          <p:nvPr/>
        </p:nvSpPr>
        <p:spPr>
          <a:xfrm>
            <a:off x="1030760" y="1025352"/>
            <a:ext cx="17351424" cy="754721"/>
          </a:xfrm>
          <a:prstGeom prst="rect">
            <a:avLst/>
          </a:prstGeom>
        </p:spPr>
        <p:txBody>
          <a:bodyPr/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2pPr>
            <a:lvl3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3pPr>
            <a:lvl4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4pPr>
            <a:lvl5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5pPr>
            <a:lvl6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6pPr>
            <a:lvl7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7pPr>
            <a:lvl8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8pPr>
            <a:lvl9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9pPr>
          </a:lstStyle>
          <a:p>
            <a:pPr algn="l" hangingPunct="1"/>
            <a:r>
              <a:rPr lang="zh-CN" altLang="en-US" dirty="0"/>
              <a:t>安全分析示例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44BA65-EA78-42FB-7D91-1D1CAA784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180" y="2181485"/>
            <a:ext cx="23557639" cy="9861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152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55301-CE4A-FA20-5D8E-085E4ED8F98D}"/>
              </a:ext>
            </a:extLst>
          </p:cNvPr>
          <p:cNvSpPr txBox="1">
            <a:spLocks/>
          </p:cNvSpPr>
          <p:nvPr/>
        </p:nvSpPr>
        <p:spPr>
          <a:xfrm>
            <a:off x="886744" y="953344"/>
            <a:ext cx="13030944" cy="686719"/>
          </a:xfrm>
          <a:prstGeom prst="rect">
            <a:avLst/>
          </a:prstGeom>
        </p:spPr>
        <p:txBody>
          <a:bodyPr/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2pPr>
            <a:lvl3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3pPr>
            <a:lvl4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4pPr>
            <a:lvl5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5pPr>
            <a:lvl6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6pPr>
            <a:lvl7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7pPr>
            <a:lvl8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8pPr>
            <a:lvl9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9pPr>
          </a:lstStyle>
          <a:p>
            <a:pPr algn="l" hangingPunct="1"/>
            <a:r>
              <a:rPr lang="en-US" altLang="zh-CN" dirty="0"/>
              <a:t>TSC</a:t>
            </a:r>
            <a:r>
              <a:rPr lang="zh-CN" altLang="en-US" dirty="0"/>
              <a:t>示例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7E5811-85DD-2F3E-C6FA-D445A8E31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23" y="2011501"/>
            <a:ext cx="22741004" cy="9353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15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779C-28D0-68D6-5061-860B9ED8C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803A24B-3A2D-D0BD-90A5-C3ACC0D4AA59}"/>
              </a:ext>
            </a:extLst>
          </p:cNvPr>
          <p:cNvSpPr txBox="1">
            <a:spLocks/>
          </p:cNvSpPr>
          <p:nvPr/>
        </p:nvSpPr>
        <p:spPr>
          <a:xfrm>
            <a:off x="958752" y="521296"/>
            <a:ext cx="13030944" cy="686719"/>
          </a:xfrm>
          <a:prstGeom prst="rect">
            <a:avLst/>
          </a:prstGeom>
        </p:spPr>
        <p:txBody>
          <a:bodyPr/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2pPr>
            <a:lvl3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3pPr>
            <a:lvl4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4pPr>
            <a:lvl5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5pPr>
            <a:lvl6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6pPr>
            <a:lvl7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7pPr>
            <a:lvl8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8pPr>
            <a:lvl9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9pPr>
          </a:lstStyle>
          <a:p>
            <a:pPr algn="l" hangingPunct="1"/>
            <a:r>
              <a:rPr lang="en-US" altLang="zh-CN" dirty="0"/>
              <a:t>ACU</a:t>
            </a:r>
            <a:r>
              <a:rPr lang="zh-CN" altLang="en-US" dirty="0"/>
              <a:t>安全目标及安全机制开发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AA237C-23AC-EB7A-AF77-526197ED2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6" y="1342949"/>
            <a:ext cx="20306256" cy="1103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78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482CF2-0B5C-E2A4-4EBB-79BD083BE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76" y="1335913"/>
            <a:ext cx="16849872" cy="10858557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4BDE7299-7A4D-E65D-F863-F1CBB66A5E1B}"/>
              </a:ext>
            </a:extLst>
          </p:cNvPr>
          <p:cNvSpPr txBox="1">
            <a:spLocks/>
          </p:cNvSpPr>
          <p:nvPr/>
        </p:nvSpPr>
        <p:spPr>
          <a:xfrm>
            <a:off x="1174776" y="593304"/>
            <a:ext cx="13030944" cy="686719"/>
          </a:xfrm>
          <a:prstGeom prst="rect">
            <a:avLst/>
          </a:prstGeom>
        </p:spPr>
        <p:txBody>
          <a:bodyPr/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2pPr>
            <a:lvl3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3pPr>
            <a:lvl4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4pPr>
            <a:lvl5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5pPr>
            <a:lvl6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6pPr>
            <a:lvl7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7pPr>
            <a:lvl8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8pPr>
            <a:lvl9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9pPr>
          </a:lstStyle>
          <a:p>
            <a:pPr algn="l" hangingPunct="1"/>
            <a:r>
              <a:rPr lang="en-US" altLang="zh-CN" dirty="0"/>
              <a:t>ACU</a:t>
            </a:r>
            <a:r>
              <a:rPr lang="zh-CN" altLang="en-US" dirty="0"/>
              <a:t>相关系统需求开发</a:t>
            </a:r>
          </a:p>
        </p:txBody>
      </p:sp>
    </p:spTree>
    <p:extLst>
      <p:ext uri="{BB962C8B-B14F-4D97-AF65-F5344CB8AC3E}">
        <p14:creationId xmlns:p14="http://schemas.microsoft.com/office/powerpoint/2010/main" val="3633438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01014F-7A94-ECC6-D725-56E70D61B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52" y="1856649"/>
            <a:ext cx="19946216" cy="10002702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02A926E8-B173-7793-4DEE-94F375AA251D}"/>
              </a:ext>
            </a:extLst>
          </p:cNvPr>
          <p:cNvSpPr txBox="1">
            <a:spLocks/>
          </p:cNvSpPr>
          <p:nvPr/>
        </p:nvSpPr>
        <p:spPr>
          <a:xfrm>
            <a:off x="1318792" y="737320"/>
            <a:ext cx="13030944" cy="686719"/>
          </a:xfrm>
          <a:prstGeom prst="rect">
            <a:avLst/>
          </a:prstGeom>
        </p:spPr>
        <p:txBody>
          <a:bodyPr/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2pPr>
            <a:lvl3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3pPr>
            <a:lvl4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4pPr>
            <a:lvl5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5pPr>
            <a:lvl6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6pPr>
            <a:lvl7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7pPr>
            <a:lvl8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8pPr>
            <a:lvl9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9pPr>
          </a:lstStyle>
          <a:p>
            <a:pPr algn="l" hangingPunct="1"/>
            <a:r>
              <a:rPr lang="en-US" altLang="zh-CN" dirty="0"/>
              <a:t>ACU</a:t>
            </a:r>
            <a:r>
              <a:rPr lang="zh-CN" altLang="en-US" dirty="0"/>
              <a:t>安全软件开发</a:t>
            </a:r>
          </a:p>
        </p:txBody>
      </p:sp>
    </p:spTree>
    <p:extLst>
      <p:ext uri="{BB962C8B-B14F-4D97-AF65-F5344CB8AC3E}">
        <p14:creationId xmlns:p14="http://schemas.microsoft.com/office/powerpoint/2010/main" val="109143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C43C-5A63-79ED-E19F-5E0A3B79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7E4ECDE-234D-9DD9-16D0-691EF01A5646}"/>
              </a:ext>
            </a:extLst>
          </p:cNvPr>
          <p:cNvSpPr txBox="1">
            <a:spLocks/>
          </p:cNvSpPr>
          <p:nvPr/>
        </p:nvSpPr>
        <p:spPr>
          <a:xfrm>
            <a:off x="1174776" y="593304"/>
            <a:ext cx="13030944" cy="686719"/>
          </a:xfrm>
          <a:prstGeom prst="rect">
            <a:avLst/>
          </a:prstGeom>
        </p:spPr>
        <p:txBody>
          <a:bodyPr/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2pPr>
            <a:lvl3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3pPr>
            <a:lvl4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4pPr>
            <a:lvl5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5pPr>
            <a:lvl6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6pPr>
            <a:lvl7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7pPr>
            <a:lvl8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8pPr>
            <a:lvl9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9pPr>
          </a:lstStyle>
          <a:p>
            <a:pPr algn="l" hangingPunct="1"/>
            <a:r>
              <a:rPr lang="en-US" altLang="zh-CN" dirty="0"/>
              <a:t>ACU</a:t>
            </a:r>
            <a:r>
              <a:rPr lang="zh-CN" altLang="en-US" dirty="0"/>
              <a:t>安全硬件开发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DB0DC1-DFE0-E509-7038-BE0A13132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76" y="1457400"/>
            <a:ext cx="21015733" cy="1037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71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382688" y="953344"/>
            <a:ext cx="173993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8"/>
          <p:cNvSpPr txBox="1"/>
          <p:nvPr/>
        </p:nvSpPr>
        <p:spPr>
          <a:xfrm>
            <a:off x="598712" y="101600"/>
            <a:ext cx="15571137" cy="664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717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功能安全咨询认证服务介绍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018C39-FDEC-45E5-D993-DC3A501D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67" y="1817441"/>
            <a:ext cx="20594923" cy="95770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265B242-5EF8-9D4D-65D6-8E6158F881FD}"/>
              </a:ext>
            </a:extLst>
          </p:cNvPr>
          <p:cNvSpPr txBox="1"/>
          <p:nvPr/>
        </p:nvSpPr>
        <p:spPr>
          <a:xfrm>
            <a:off x="1030760" y="2656850"/>
            <a:ext cx="18578064" cy="693946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赵老师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年气囊控制模块（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ACU)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系统开发经验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10+功能安全以及预期功能安全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预期功能安全核心工作组成员相关专利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7年吉利汽车研究院 智能驾驶中心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功能安全 5年路特斯机器人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嵌入式开发 3年富士通半导体 AUTOSAR MCAL&amp;功能安全开发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英国华威大学硕士日本日立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项目经验：主要客户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客户案例 状态 1 某激光雷达供应商 激光雷达预期功能安全流程和产品认证 流程认证已经完成产品认证 Ongoing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某  OEM 功能安全产品开发 Ongoing 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0%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某  OEM L3以上功能安全准入开发 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Done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 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0% </a:t>
            </a:r>
            <a:endParaRPr lang="en-US" altLang="zh-CN" sz="2602" spc="-93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18640" indent="-318640" eaLnBrk="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某  Tri1 L2+ 预期功能安全准入开发 Ongoing  </a:t>
            </a:r>
            <a:r>
              <a:rPr lang="en-US" altLang="zh-CN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602" spc="-93" dirty="0">
                <a:latin typeface="微软雅黑" panose="020B0503020204020204" pitchFamily="34" charset="-122"/>
                <a:ea typeface="微软雅黑" panose="020B0503020204020204" pitchFamily="34" charset="-122"/>
              </a:rPr>
              <a:t>0% 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B345AD6-F569-9A49-B072-9CB10095F4F9}"/>
              </a:ext>
            </a:extLst>
          </p:cNvPr>
          <p:cNvSpPr txBox="1">
            <a:spLocks/>
          </p:cNvSpPr>
          <p:nvPr/>
        </p:nvSpPr>
        <p:spPr>
          <a:xfrm>
            <a:off x="668641" y="429705"/>
            <a:ext cx="14366334" cy="519248"/>
          </a:xfrm>
        </p:spPr>
        <p:txBody>
          <a:bodyPr>
            <a:normAutofit fontScale="97500"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2pPr>
            <a:lvl3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3pPr>
            <a:lvl4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4pPr>
            <a:lvl5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5pPr>
            <a:lvl6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6pPr>
            <a:lvl7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7pPr>
            <a:lvl8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8pPr>
            <a:lvl9pPr marL="0" marR="0" indent="0" algn="ctr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0" i="0" u="none" strike="noStrike" cap="none" spc="-140" baseline="0">
                <a:solidFill>
                  <a:srgbClr val="00143C"/>
                </a:solidFill>
                <a:uFillTx/>
                <a:latin typeface="나눔스퀘어 네오 OTF ExtraBold"/>
                <a:ea typeface="나눔스퀘어 네오 OTF ExtraBold"/>
                <a:cs typeface="나눔스퀘어 네오 OTF ExtraBold"/>
                <a:sym typeface="나눔스퀘어 네오 OTF ExtraBold"/>
              </a:defRPr>
            </a:lvl9pPr>
          </a:lstStyle>
          <a:p>
            <a:pPr algn="l" hangingPunct="1"/>
            <a:r>
              <a:rPr lang="zh-CN" altLang="en-US" dirty="0"/>
              <a:t>首席技术专家老师介绍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D1990-7666-1B77-DA0B-CC9E9136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EBDAA-430B-52DE-AAE9-CEBD3D1D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641" y="429705"/>
            <a:ext cx="14366334" cy="519248"/>
          </a:xfrm>
        </p:spPr>
        <p:txBody>
          <a:bodyPr/>
          <a:lstStyle/>
          <a:p>
            <a:pPr algn="l"/>
            <a:r>
              <a:rPr lang="en-US" altLang="zh-CN" dirty="0"/>
              <a:t>ASPICE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22C064-AE9E-1B67-1175-D14AE215D89D}"/>
              </a:ext>
            </a:extLst>
          </p:cNvPr>
          <p:cNvSpPr txBox="1"/>
          <p:nvPr/>
        </p:nvSpPr>
        <p:spPr>
          <a:xfrm>
            <a:off x="8303568" y="5705872"/>
            <a:ext cx="6947431" cy="1538881"/>
          </a:xfrm>
          <a:prstGeom prst="rect">
            <a:avLst/>
          </a:prstGeom>
          <a:noFill/>
          <a:ln w="254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8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나눔스퀘어 네오 OTF Bold"/>
              </a:rPr>
              <a:t>Thank You!</a:t>
            </a:r>
            <a:endParaRPr kumimoji="0" lang="zh-CN" altLang="en-US" sz="88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나눔스퀘어 네오 OTF Bold"/>
            </a:endParaRPr>
          </a:p>
        </p:txBody>
      </p:sp>
    </p:spTree>
    <p:extLst>
      <p:ext uri="{BB962C8B-B14F-4D97-AF65-F5344CB8AC3E}">
        <p14:creationId xmlns:p14="http://schemas.microsoft.com/office/powerpoint/2010/main" val="2886603676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434ba0a-8eb7-43e7-9298-bcf9feec9aaf"/>
  <p:tag name="COMMONDATA" val="eyJoZGlkIjoiMGExYmYwZGU5YjFmYjQxNGEzM2NlNWYyMmIxZDk2Z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2024_공용 PPT 템플릿">
  <a:themeElements>
    <a:clrScheme name="2024_공용 PPT 템플릿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0000FF"/>
      </a:hlink>
      <a:folHlink>
        <a:srgbClr val="FF00FF"/>
      </a:folHlink>
    </a:clrScheme>
    <a:fontScheme name="2024_공용 PPT 템플릿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2024_공용 PPT 템플릿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나눔스퀘어 네오 OTF Bold"/>
            <a:ea typeface="나눔스퀘어 네오 OTF Bold"/>
            <a:cs typeface="나눔스퀘어 네오 OTF Bold"/>
            <a:sym typeface="나눔스퀘어 네오 OTF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나눔스퀘어 네오 OTF Bold"/>
            <a:ea typeface="나눔스퀘어 네오 OTF Bold"/>
            <a:cs typeface="나눔스퀘어 네오 OTF Bold"/>
            <a:sym typeface="나눔스퀘어 네오 OTF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24_공용 PPT 템플릿">
  <a:themeElements>
    <a:clrScheme name="2024_공용 PPT 템플릿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0000FF"/>
      </a:hlink>
      <a:folHlink>
        <a:srgbClr val="FF00FF"/>
      </a:folHlink>
    </a:clrScheme>
    <a:fontScheme name="2024_공용 PPT 템플릿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2024_공용 PPT 템플릿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나눔스퀘어 네오 OTF Bold"/>
            <a:ea typeface="나눔스퀘어 네오 OTF Bold"/>
            <a:cs typeface="나눔스퀘어 네오 OTF Bold"/>
            <a:sym typeface="나눔스퀘어 네오 OTF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나눔스퀘어 네오 OTF Bold"/>
            <a:ea typeface="나눔스퀘어 네오 OTF Bold"/>
            <a:cs typeface="나눔스퀘어 네오 OTF Bold"/>
            <a:sym typeface="나눔스퀘어 네오 OTF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</TotalTime>
  <Words>508</Words>
  <Application>Microsoft Office PowerPoint</Application>
  <PresentationFormat>自定义</PresentationFormat>
  <Paragraphs>98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나눔스퀘어 네오 OTF Bold</vt:lpstr>
      <vt:lpstr>나눔스퀘어 네오 OTF ExtraBold</vt:lpstr>
      <vt:lpstr>黑体</vt:lpstr>
      <vt:lpstr>宋体</vt:lpstr>
      <vt:lpstr>微软雅黑</vt:lpstr>
      <vt:lpstr>Arial</vt:lpstr>
      <vt:lpstr>2024_공용 PPT 템플릿</vt:lpstr>
      <vt:lpstr>安全气囊功能安全项目 2025/11/16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ASPICE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Suresofttech Company Profile</dc:title>
  <dc:creator>S2</dc:creator>
  <cp:lastModifiedBy>YL Zhou</cp:lastModifiedBy>
  <cp:revision>89</cp:revision>
  <dcterms:created xsi:type="dcterms:W3CDTF">2024-09-14T01:52:00Z</dcterms:created>
  <dcterms:modified xsi:type="dcterms:W3CDTF">2025-11-16T14:41:18Z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3C374FFDDE3B4ED8BFF58BA79A3D9E95</vt:lpwstr>
  </property>
  <property fmtid="{D5CDD505-2E9C-101B-9397-08002B2CF9AE}" pid="3" name="KSOProductBuildVer">
    <vt:lpwstr>2052-12.1.0.17827</vt:lpwstr>
  </property>
</Properties>
</file>